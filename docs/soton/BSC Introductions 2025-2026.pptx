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62" r:id="rId3"/>
    <p:sldId id="263" r:id="rId4"/>
    <p:sldId id="264" r:id="rId5"/>
    <p:sldId id="258" r:id="rId6"/>
    <p:sldId id="260" r:id="rId7"/>
    <p:sldId id="259" r:id="rId8"/>
    <p:sldId id="261"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A25838-6BE2-E853-93F4-F05AFFB13FB3}" v="588" dt="2025-10-01T22:25:18.582"/>
    <p1510:client id="{DB16360F-FC7C-2F48-0D4D-3D76C7BEB631}" v="31" dt="2025-10-02T08:59:00.2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Altamirano" userId="S::da8g13@soton.ac.uk::d735975a-f12d-4226-8b70-6dcc69a34a80" providerId="AD" clId="Web-{3FA25838-6BE2-E853-93F4-F05AFFB13FB3}"/>
    <pc:docChg chg="addSld delSld modSld addMainMaster delMainMaster">
      <pc:chgData name="Diego Altamirano" userId="S::da8g13@soton.ac.uk::d735975a-f12d-4226-8b70-6dcc69a34a80" providerId="AD" clId="Web-{3FA25838-6BE2-E853-93F4-F05AFFB13FB3}" dt="2025-10-01T22:25:25.301" v="521"/>
      <pc:docMkLst>
        <pc:docMk/>
      </pc:docMkLst>
      <pc:sldChg chg="addSp delSp modSp mod setBg modClrScheme chgLayout">
        <pc:chgData name="Diego Altamirano" userId="S::da8g13@soton.ac.uk::d735975a-f12d-4226-8b70-6dcc69a34a80" providerId="AD" clId="Web-{3FA25838-6BE2-E853-93F4-F05AFFB13FB3}" dt="2025-10-01T22:07:58.070" v="215" actId="20577"/>
        <pc:sldMkLst>
          <pc:docMk/>
          <pc:sldMk cId="109857222" sldId="256"/>
        </pc:sldMkLst>
        <pc:spChg chg="mod">
          <ac:chgData name="Diego Altamirano" userId="S::da8g13@soton.ac.uk::d735975a-f12d-4226-8b70-6dcc69a34a80" providerId="AD" clId="Web-{3FA25838-6BE2-E853-93F4-F05AFFB13FB3}" dt="2025-10-01T22:07:58.070" v="215" actId="20577"/>
          <ac:spMkLst>
            <pc:docMk/>
            <pc:sldMk cId="109857222" sldId="256"/>
            <ac:spMk id="2" creationId="{00000000-0000-0000-0000-000000000000}"/>
          </ac:spMkLst>
        </pc:spChg>
        <pc:spChg chg="mod">
          <ac:chgData name="Diego Altamirano" userId="S::da8g13@soton.ac.uk::d735975a-f12d-4226-8b70-6dcc69a34a80" providerId="AD" clId="Web-{3FA25838-6BE2-E853-93F4-F05AFFB13FB3}" dt="2025-10-01T21:56:20.234" v="12" actId="1076"/>
          <ac:spMkLst>
            <pc:docMk/>
            <pc:sldMk cId="109857222" sldId="256"/>
            <ac:spMk id="3" creationId="{00000000-0000-0000-0000-000000000000}"/>
          </ac:spMkLst>
        </pc:spChg>
        <pc:spChg chg="add del">
          <ac:chgData name="Diego Altamirano" userId="S::da8g13@soton.ac.uk::d735975a-f12d-4226-8b70-6dcc69a34a80" providerId="AD" clId="Web-{3FA25838-6BE2-E853-93F4-F05AFFB13FB3}" dt="2025-10-01T21:55:46.858" v="6"/>
          <ac:spMkLst>
            <pc:docMk/>
            <pc:sldMk cId="109857222" sldId="256"/>
            <ac:spMk id="9" creationId="{19D32F93-50AC-4C46-A5DB-291C60DDB7BD}"/>
          </ac:spMkLst>
        </pc:spChg>
        <pc:spChg chg="add del">
          <ac:chgData name="Diego Altamirano" userId="S::da8g13@soton.ac.uk::d735975a-f12d-4226-8b70-6dcc69a34a80" providerId="AD" clId="Web-{3FA25838-6BE2-E853-93F4-F05AFFB13FB3}" dt="2025-10-01T21:55:46.858" v="6"/>
          <ac:spMkLst>
            <pc:docMk/>
            <pc:sldMk cId="109857222" sldId="256"/>
            <ac:spMk id="11" creationId="{827DC2C4-B485-428A-BF4A-472D2967F47F}"/>
          </ac:spMkLst>
        </pc:spChg>
        <pc:spChg chg="add del">
          <ac:chgData name="Diego Altamirano" userId="S::da8g13@soton.ac.uk::d735975a-f12d-4226-8b70-6dcc69a34a80" providerId="AD" clId="Web-{3FA25838-6BE2-E853-93F4-F05AFFB13FB3}" dt="2025-10-01T21:55:46.858" v="6"/>
          <ac:spMkLst>
            <pc:docMk/>
            <pc:sldMk cId="109857222" sldId="256"/>
            <ac:spMk id="13" creationId="{EE04B5EB-F158-4507-90DD-BD23620C7CC9}"/>
          </ac:spMkLst>
        </pc:spChg>
        <pc:spChg chg="add">
          <ac:chgData name="Diego Altamirano" userId="S::da8g13@soton.ac.uk::d735975a-f12d-4226-8b70-6dcc69a34a80" providerId="AD" clId="Web-{3FA25838-6BE2-E853-93F4-F05AFFB13FB3}" dt="2025-10-01T21:55:46.904" v="7"/>
          <ac:spMkLst>
            <pc:docMk/>
            <pc:sldMk cId="109857222" sldId="256"/>
            <ac:spMk id="16" creationId="{1DAC2350-FA6C-4B24-9A17-926C160E8CD9}"/>
          </ac:spMkLst>
        </pc:spChg>
        <pc:spChg chg="add">
          <ac:chgData name="Diego Altamirano" userId="S::da8g13@soton.ac.uk::d735975a-f12d-4226-8b70-6dcc69a34a80" providerId="AD" clId="Web-{3FA25838-6BE2-E853-93F4-F05AFFB13FB3}" dt="2025-10-01T21:55:46.904" v="7"/>
          <ac:spMkLst>
            <pc:docMk/>
            <pc:sldMk cId="109857222" sldId="256"/>
            <ac:spMk id="18" creationId="{2A637C44-0146-4C54-A1A1-57BC8E6C3C2B}"/>
          </ac:spMkLst>
        </pc:spChg>
        <pc:spChg chg="add">
          <ac:chgData name="Diego Altamirano" userId="S::da8g13@soton.ac.uk::d735975a-f12d-4226-8b70-6dcc69a34a80" providerId="AD" clId="Web-{3FA25838-6BE2-E853-93F4-F05AFFB13FB3}" dt="2025-10-01T21:55:46.904" v="7"/>
          <ac:spMkLst>
            <pc:docMk/>
            <pc:sldMk cId="109857222" sldId="256"/>
            <ac:spMk id="20" creationId="{6AB310E7-DE5C-4964-8CBB-E87A22B5BD59}"/>
          </ac:spMkLst>
        </pc:spChg>
        <pc:picChg chg="add mod ord">
          <ac:chgData name="Diego Altamirano" userId="S::da8g13@soton.ac.uk::d735975a-f12d-4226-8b70-6dcc69a34a80" providerId="AD" clId="Web-{3FA25838-6BE2-E853-93F4-F05AFFB13FB3}" dt="2025-10-01T21:56:21.703" v="13" actId="1076"/>
          <ac:picMkLst>
            <pc:docMk/>
            <pc:sldMk cId="109857222" sldId="256"/>
            <ac:picMk id="4" creationId="{128D87CD-3CFB-FC15-CCA4-471B36EDD070}"/>
          </ac:picMkLst>
        </pc:picChg>
        <pc:cxnChg chg="add">
          <ac:chgData name="Diego Altamirano" userId="S::da8g13@soton.ac.uk::d735975a-f12d-4226-8b70-6dcc69a34a80" providerId="AD" clId="Web-{3FA25838-6BE2-E853-93F4-F05AFFB13FB3}" dt="2025-10-01T21:55:46.904" v="7"/>
          <ac:cxnSpMkLst>
            <pc:docMk/>
            <pc:sldMk cId="109857222" sldId="256"/>
            <ac:cxnSpMk id="15" creationId="{BC6D0BA2-2FCA-496D-A55A-C56A7B3E09D8}"/>
          </ac:cxnSpMkLst>
        </pc:cxnChg>
        <pc:cxnChg chg="add">
          <ac:chgData name="Diego Altamirano" userId="S::da8g13@soton.ac.uk::d735975a-f12d-4226-8b70-6dcc69a34a80" providerId="AD" clId="Web-{3FA25838-6BE2-E853-93F4-F05AFFB13FB3}" dt="2025-10-01T21:55:46.904" v="7"/>
          <ac:cxnSpMkLst>
            <pc:docMk/>
            <pc:sldMk cId="109857222" sldId="256"/>
            <ac:cxnSpMk id="17" creationId="{EA158404-99A1-4EB0-B63C-8744C273AC0A}"/>
          </ac:cxnSpMkLst>
        </pc:cxnChg>
        <pc:cxnChg chg="add">
          <ac:chgData name="Diego Altamirano" userId="S::da8g13@soton.ac.uk::d735975a-f12d-4226-8b70-6dcc69a34a80" providerId="AD" clId="Web-{3FA25838-6BE2-E853-93F4-F05AFFB13FB3}" dt="2025-10-01T21:55:46.904" v="7"/>
          <ac:cxnSpMkLst>
            <pc:docMk/>
            <pc:sldMk cId="109857222" sldId="256"/>
            <ac:cxnSpMk id="19" creationId="{B1848EA8-FE52-4762-AE9B-5D1DD4C33621}"/>
          </ac:cxnSpMkLst>
        </pc:cxnChg>
      </pc:sldChg>
      <pc:sldChg chg="modSp new del">
        <pc:chgData name="Diego Altamirano" userId="S::da8g13@soton.ac.uk::d735975a-f12d-4226-8b70-6dcc69a34a80" providerId="AD" clId="Web-{3FA25838-6BE2-E853-93F4-F05AFFB13FB3}" dt="2025-10-01T21:58:21.503" v="39"/>
        <pc:sldMkLst>
          <pc:docMk/>
          <pc:sldMk cId="4063845163" sldId="257"/>
        </pc:sldMkLst>
        <pc:spChg chg="mod">
          <ac:chgData name="Diego Altamirano" userId="S::da8g13@soton.ac.uk::d735975a-f12d-4226-8b70-6dcc69a34a80" providerId="AD" clId="Web-{3FA25838-6BE2-E853-93F4-F05AFFB13FB3}" dt="2025-10-01T21:57:55.112" v="31" actId="20577"/>
          <ac:spMkLst>
            <pc:docMk/>
            <pc:sldMk cId="4063845163" sldId="257"/>
            <ac:spMk id="2" creationId="{E8C58C4C-A778-A5E3-3459-0B517B67F608}"/>
          </ac:spMkLst>
        </pc:spChg>
        <pc:spChg chg="mod">
          <ac:chgData name="Diego Altamirano" userId="S::da8g13@soton.ac.uk::d735975a-f12d-4226-8b70-6dcc69a34a80" providerId="AD" clId="Web-{3FA25838-6BE2-E853-93F4-F05AFFB13FB3}" dt="2025-10-01T21:58:04.846" v="35" actId="20577"/>
          <ac:spMkLst>
            <pc:docMk/>
            <pc:sldMk cId="4063845163" sldId="257"/>
            <ac:spMk id="3" creationId="{3C2040B5-AA86-8527-F6B0-9E50FBC56D36}"/>
          </ac:spMkLst>
        </pc:spChg>
      </pc:sldChg>
      <pc:sldChg chg="addSp modSp new mod setBg">
        <pc:chgData name="Diego Altamirano" userId="S::da8g13@soton.ac.uk::d735975a-f12d-4226-8b70-6dcc69a34a80" providerId="AD" clId="Web-{3FA25838-6BE2-E853-93F4-F05AFFB13FB3}" dt="2025-10-01T22:12:19.479" v="300" actId="20577"/>
        <pc:sldMkLst>
          <pc:docMk/>
          <pc:sldMk cId="584780985" sldId="258"/>
        </pc:sldMkLst>
        <pc:spChg chg="mod">
          <ac:chgData name="Diego Altamirano" userId="S::da8g13@soton.ac.uk::d735975a-f12d-4226-8b70-6dcc69a34a80" providerId="AD" clId="Web-{3FA25838-6BE2-E853-93F4-F05AFFB13FB3}" dt="2025-10-01T21:57:59.205" v="34" actId="20577"/>
          <ac:spMkLst>
            <pc:docMk/>
            <pc:sldMk cId="584780985" sldId="258"/>
            <ac:spMk id="2" creationId="{ED8D56A7-5FFD-CD64-BB47-558937B0DF6D}"/>
          </ac:spMkLst>
        </pc:spChg>
        <pc:spChg chg="mod">
          <ac:chgData name="Diego Altamirano" userId="S::da8g13@soton.ac.uk::d735975a-f12d-4226-8b70-6dcc69a34a80" providerId="AD" clId="Web-{3FA25838-6BE2-E853-93F4-F05AFFB13FB3}" dt="2025-10-01T22:12:19.479" v="300" actId="20577"/>
          <ac:spMkLst>
            <pc:docMk/>
            <pc:sldMk cId="584780985" sldId="258"/>
            <ac:spMk id="3" creationId="{32AC2AE8-E204-B0D3-368F-B89C37848CA4}"/>
          </ac:spMkLst>
        </pc:spChg>
        <pc:spChg chg="add">
          <ac:chgData name="Diego Altamirano" userId="S::da8g13@soton.ac.uk::d735975a-f12d-4226-8b70-6dcc69a34a80" providerId="AD" clId="Web-{3FA25838-6BE2-E853-93F4-F05AFFB13FB3}" dt="2025-10-01T21:57:48.346" v="30"/>
          <ac:spMkLst>
            <pc:docMk/>
            <pc:sldMk cId="584780985" sldId="258"/>
            <ac:spMk id="8" creationId="{70120F84-A866-4D9F-8B1C-9120A013D654}"/>
          </ac:spMkLst>
        </pc:spChg>
        <pc:spChg chg="add">
          <ac:chgData name="Diego Altamirano" userId="S::da8g13@soton.ac.uk::d735975a-f12d-4226-8b70-6dcc69a34a80" providerId="AD" clId="Web-{3FA25838-6BE2-E853-93F4-F05AFFB13FB3}" dt="2025-10-01T21:57:48.346" v="30"/>
          <ac:spMkLst>
            <pc:docMk/>
            <pc:sldMk cId="584780985" sldId="258"/>
            <ac:spMk id="10" creationId="{252FEFEF-6AC0-46B6-AC09-11FC56196FA4}"/>
          </ac:spMkLst>
        </pc:spChg>
      </pc:sldChg>
      <pc:sldChg chg="addSp modSp new mod setBg">
        <pc:chgData name="Diego Altamirano" userId="S::da8g13@soton.ac.uk::d735975a-f12d-4226-8b70-6dcc69a34a80" providerId="AD" clId="Web-{3FA25838-6BE2-E853-93F4-F05AFFB13FB3}" dt="2025-10-01T22:24:26.451" v="505" actId="20577"/>
        <pc:sldMkLst>
          <pc:docMk/>
          <pc:sldMk cId="3068105721" sldId="259"/>
        </pc:sldMkLst>
        <pc:spChg chg="mod">
          <ac:chgData name="Diego Altamirano" userId="S::da8g13@soton.ac.uk::d735975a-f12d-4226-8b70-6dcc69a34a80" providerId="AD" clId="Web-{3FA25838-6BE2-E853-93F4-F05AFFB13FB3}" dt="2025-10-01T22:23:27.320" v="452" actId="1076"/>
          <ac:spMkLst>
            <pc:docMk/>
            <pc:sldMk cId="3068105721" sldId="259"/>
            <ac:spMk id="2" creationId="{35B3BE63-6148-3EDD-6E43-8E2B11E72D87}"/>
          </ac:spMkLst>
        </pc:spChg>
        <pc:spChg chg="mod">
          <ac:chgData name="Diego Altamirano" userId="S::da8g13@soton.ac.uk::d735975a-f12d-4226-8b70-6dcc69a34a80" providerId="AD" clId="Web-{3FA25838-6BE2-E853-93F4-F05AFFB13FB3}" dt="2025-10-01T22:24:26.451" v="505" actId="20577"/>
          <ac:spMkLst>
            <pc:docMk/>
            <pc:sldMk cId="3068105721" sldId="259"/>
            <ac:spMk id="3" creationId="{020662DE-3D0F-17F5-BF88-EF9CBDB3F456}"/>
          </ac:spMkLst>
        </pc:spChg>
        <pc:spChg chg="add">
          <ac:chgData name="Diego Altamirano" userId="S::da8g13@soton.ac.uk::d735975a-f12d-4226-8b70-6dcc69a34a80" providerId="AD" clId="Web-{3FA25838-6BE2-E853-93F4-F05AFFB13FB3}" dt="2025-10-01T22:00:11.802" v="55"/>
          <ac:spMkLst>
            <pc:docMk/>
            <pc:sldMk cId="3068105721" sldId="259"/>
            <ac:spMk id="8" creationId="{70120F84-A866-4D9F-8B1C-9120A013D654}"/>
          </ac:spMkLst>
        </pc:spChg>
        <pc:spChg chg="add">
          <ac:chgData name="Diego Altamirano" userId="S::da8g13@soton.ac.uk::d735975a-f12d-4226-8b70-6dcc69a34a80" providerId="AD" clId="Web-{3FA25838-6BE2-E853-93F4-F05AFFB13FB3}" dt="2025-10-01T22:00:11.802" v="55"/>
          <ac:spMkLst>
            <pc:docMk/>
            <pc:sldMk cId="3068105721" sldId="259"/>
            <ac:spMk id="10" creationId="{252FEFEF-6AC0-46B6-AC09-11FC56196FA4}"/>
          </ac:spMkLst>
        </pc:spChg>
      </pc:sldChg>
      <pc:sldChg chg="addSp modSp new mod setBg">
        <pc:chgData name="Diego Altamirano" userId="S::da8g13@soton.ac.uk::d735975a-f12d-4226-8b70-6dcc69a34a80" providerId="AD" clId="Web-{3FA25838-6BE2-E853-93F4-F05AFFB13FB3}" dt="2025-10-01T22:00:03.818" v="54" actId="20577"/>
        <pc:sldMkLst>
          <pc:docMk/>
          <pc:sldMk cId="4051838132" sldId="260"/>
        </pc:sldMkLst>
        <pc:spChg chg="mod">
          <ac:chgData name="Diego Altamirano" userId="S::da8g13@soton.ac.uk::d735975a-f12d-4226-8b70-6dcc69a34a80" providerId="AD" clId="Web-{3FA25838-6BE2-E853-93F4-F05AFFB13FB3}" dt="2025-10-01T21:58:54.441" v="43" actId="20577"/>
          <ac:spMkLst>
            <pc:docMk/>
            <pc:sldMk cId="4051838132" sldId="260"/>
            <ac:spMk id="2" creationId="{6D4487B4-E1ED-24BF-6E00-7870AD5E5813}"/>
          </ac:spMkLst>
        </pc:spChg>
        <pc:spChg chg="mod">
          <ac:chgData name="Diego Altamirano" userId="S::da8g13@soton.ac.uk::d735975a-f12d-4226-8b70-6dcc69a34a80" providerId="AD" clId="Web-{3FA25838-6BE2-E853-93F4-F05AFFB13FB3}" dt="2025-10-01T22:00:03.818" v="54" actId="20577"/>
          <ac:spMkLst>
            <pc:docMk/>
            <pc:sldMk cId="4051838132" sldId="260"/>
            <ac:spMk id="3" creationId="{656FAC41-7E10-2E21-2186-FC90E206A686}"/>
          </ac:spMkLst>
        </pc:spChg>
        <pc:spChg chg="add">
          <ac:chgData name="Diego Altamirano" userId="S::da8g13@soton.ac.uk::d735975a-f12d-4226-8b70-6dcc69a34a80" providerId="AD" clId="Web-{3FA25838-6BE2-E853-93F4-F05AFFB13FB3}" dt="2025-10-01T21:58:38.519" v="42"/>
          <ac:spMkLst>
            <pc:docMk/>
            <pc:sldMk cId="4051838132" sldId="260"/>
            <ac:spMk id="8" creationId="{70120F84-A866-4D9F-8B1C-9120A013D654}"/>
          </ac:spMkLst>
        </pc:spChg>
        <pc:spChg chg="add">
          <ac:chgData name="Diego Altamirano" userId="S::da8g13@soton.ac.uk::d735975a-f12d-4226-8b70-6dcc69a34a80" providerId="AD" clId="Web-{3FA25838-6BE2-E853-93F4-F05AFFB13FB3}" dt="2025-10-01T21:58:38.519" v="42"/>
          <ac:spMkLst>
            <pc:docMk/>
            <pc:sldMk cId="4051838132" sldId="260"/>
            <ac:spMk id="10" creationId="{252FEFEF-6AC0-46B6-AC09-11FC56196FA4}"/>
          </ac:spMkLst>
        </pc:spChg>
      </pc:sldChg>
      <pc:sldChg chg="addSp delSp modSp new mod setBg">
        <pc:chgData name="Diego Altamirano" userId="S::da8g13@soton.ac.uk::d735975a-f12d-4226-8b70-6dcc69a34a80" providerId="AD" clId="Web-{3FA25838-6BE2-E853-93F4-F05AFFB13FB3}" dt="2025-10-01T22:24:58.455" v="513"/>
        <pc:sldMkLst>
          <pc:docMk/>
          <pc:sldMk cId="1136279345" sldId="261"/>
        </pc:sldMkLst>
        <pc:spChg chg="mod">
          <ac:chgData name="Diego Altamirano" userId="S::da8g13@soton.ac.uk::d735975a-f12d-4226-8b70-6dcc69a34a80" providerId="AD" clId="Web-{3FA25838-6BE2-E853-93F4-F05AFFB13FB3}" dt="2025-10-01T22:04:22.216" v="138" actId="20577"/>
          <ac:spMkLst>
            <pc:docMk/>
            <pc:sldMk cId="1136279345" sldId="261"/>
            <ac:spMk id="2" creationId="{1B2B9278-33C2-AB1D-7C2A-2632EC0FD83B}"/>
          </ac:spMkLst>
        </pc:spChg>
        <pc:spChg chg="del mod">
          <ac:chgData name="Diego Altamirano" userId="S::da8g13@soton.ac.uk::d735975a-f12d-4226-8b70-6dcc69a34a80" providerId="AD" clId="Web-{3FA25838-6BE2-E853-93F4-F05AFFB13FB3}" dt="2025-10-01T22:02:16.757" v="93"/>
          <ac:spMkLst>
            <pc:docMk/>
            <pc:sldMk cId="1136279345" sldId="261"/>
            <ac:spMk id="3" creationId="{0F24D67B-938F-ED49-6C74-F27A30C3331F}"/>
          </ac:spMkLst>
        </pc:spChg>
        <pc:spChg chg="add mod">
          <ac:chgData name="Diego Altamirano" userId="S::da8g13@soton.ac.uk::d735975a-f12d-4226-8b70-6dcc69a34a80" providerId="AD" clId="Web-{3FA25838-6BE2-E853-93F4-F05AFFB13FB3}" dt="2025-10-01T22:24:51.798" v="510" actId="14100"/>
          <ac:spMkLst>
            <pc:docMk/>
            <pc:sldMk cId="1136279345" sldId="261"/>
            <ac:spMk id="4" creationId="{12005E9E-A7B9-066B-A28B-62F0D62DAEC4}"/>
          </ac:spMkLst>
        </pc:spChg>
        <pc:spChg chg="add">
          <ac:chgData name="Diego Altamirano" userId="S::da8g13@soton.ac.uk::d735975a-f12d-4226-8b70-6dcc69a34a80" providerId="AD" clId="Web-{3FA25838-6BE2-E853-93F4-F05AFFB13FB3}" dt="2025-10-01T22:04:36.591" v="139"/>
          <ac:spMkLst>
            <pc:docMk/>
            <pc:sldMk cId="1136279345" sldId="261"/>
            <ac:spMk id="5" creationId="{6E5F96ED-FD4C-9C4F-A7DC-CA661199A404}"/>
          </ac:spMkLst>
        </pc:spChg>
        <pc:spChg chg="add mod">
          <ac:chgData name="Diego Altamirano" userId="S::da8g13@soton.ac.uk::d735975a-f12d-4226-8b70-6dcc69a34a80" providerId="AD" clId="Web-{3FA25838-6BE2-E853-93F4-F05AFFB13FB3}" dt="2025-10-01T22:24:39.968" v="508" actId="1076"/>
          <ac:spMkLst>
            <pc:docMk/>
            <pc:sldMk cId="1136279345" sldId="261"/>
            <ac:spMk id="6" creationId="{34C32E23-6FFB-B72C-08E9-D1F3E52ECB5A}"/>
          </ac:spMkLst>
        </pc:spChg>
        <pc:spChg chg="add mod">
          <ac:chgData name="Diego Altamirano" userId="S::da8g13@soton.ac.uk::d735975a-f12d-4226-8b70-6dcc69a34a80" providerId="AD" clId="Web-{3FA25838-6BE2-E853-93F4-F05AFFB13FB3}" dt="2025-10-01T22:24:58.455" v="513"/>
          <ac:spMkLst>
            <pc:docMk/>
            <pc:sldMk cId="1136279345" sldId="261"/>
            <ac:spMk id="7" creationId="{A2BDDAE2-FDF1-0F73-FEB9-603742128897}"/>
          </ac:spMkLst>
        </pc:spChg>
        <pc:spChg chg="add">
          <ac:chgData name="Diego Altamirano" userId="S::da8g13@soton.ac.uk::d735975a-f12d-4226-8b70-6dcc69a34a80" providerId="AD" clId="Web-{3FA25838-6BE2-E853-93F4-F05AFFB13FB3}" dt="2025-10-01T22:02:08.913" v="90"/>
          <ac:spMkLst>
            <pc:docMk/>
            <pc:sldMk cId="1136279345" sldId="261"/>
            <ac:spMk id="8" creationId="{70120F84-A866-4D9F-8B1C-9120A013D654}"/>
          </ac:spMkLst>
        </pc:spChg>
        <pc:spChg chg="add">
          <ac:chgData name="Diego Altamirano" userId="S::da8g13@soton.ac.uk::d735975a-f12d-4226-8b70-6dcc69a34a80" providerId="AD" clId="Web-{3FA25838-6BE2-E853-93F4-F05AFFB13FB3}" dt="2025-10-01T22:02:08.913" v="90"/>
          <ac:spMkLst>
            <pc:docMk/>
            <pc:sldMk cId="1136279345" sldId="261"/>
            <ac:spMk id="10" creationId="{252FEFEF-6AC0-46B6-AC09-11FC56196FA4}"/>
          </ac:spMkLst>
        </pc:spChg>
      </pc:sldChg>
      <pc:sldChg chg="addSp delSp modSp new mod setBg">
        <pc:chgData name="Diego Altamirano" userId="S::da8g13@soton.ac.uk::d735975a-f12d-4226-8b70-6dcc69a34a80" providerId="AD" clId="Web-{3FA25838-6BE2-E853-93F4-F05AFFB13FB3}" dt="2025-10-01T22:20:06.506" v="424"/>
        <pc:sldMkLst>
          <pc:docMk/>
          <pc:sldMk cId="2192643520" sldId="262"/>
        </pc:sldMkLst>
        <pc:spChg chg="mod">
          <ac:chgData name="Diego Altamirano" userId="S::da8g13@soton.ac.uk::d735975a-f12d-4226-8b70-6dcc69a34a80" providerId="AD" clId="Web-{3FA25838-6BE2-E853-93F4-F05AFFB13FB3}" dt="2025-10-01T22:20:06.506" v="424"/>
          <ac:spMkLst>
            <pc:docMk/>
            <pc:sldMk cId="2192643520" sldId="262"/>
            <ac:spMk id="2" creationId="{16776949-33AC-0FA3-E1B7-BD5B61C12DF9}"/>
          </ac:spMkLst>
        </pc:spChg>
        <pc:spChg chg="mod">
          <ac:chgData name="Diego Altamirano" userId="S::da8g13@soton.ac.uk::d735975a-f12d-4226-8b70-6dcc69a34a80" providerId="AD" clId="Web-{3FA25838-6BE2-E853-93F4-F05AFFB13FB3}" dt="2025-10-01T22:20:06.506" v="424"/>
          <ac:spMkLst>
            <pc:docMk/>
            <pc:sldMk cId="2192643520" sldId="262"/>
            <ac:spMk id="3" creationId="{19D15D89-B75B-1734-F3CD-FFC312AB3FF7}"/>
          </ac:spMkLst>
        </pc:spChg>
        <pc:spChg chg="add del">
          <ac:chgData name="Diego Altamirano" userId="S::da8g13@soton.ac.uk::d735975a-f12d-4226-8b70-6dcc69a34a80" providerId="AD" clId="Web-{3FA25838-6BE2-E853-93F4-F05AFFB13FB3}" dt="2025-10-01T22:20:06.506" v="424"/>
          <ac:spMkLst>
            <pc:docMk/>
            <pc:sldMk cId="2192643520" sldId="262"/>
            <ac:spMk id="8" creationId="{70120F84-A866-4D9F-8B1C-9120A013D654}"/>
          </ac:spMkLst>
        </pc:spChg>
        <pc:spChg chg="add del">
          <ac:chgData name="Diego Altamirano" userId="S::da8g13@soton.ac.uk::d735975a-f12d-4226-8b70-6dcc69a34a80" providerId="AD" clId="Web-{3FA25838-6BE2-E853-93F4-F05AFFB13FB3}" dt="2025-10-01T22:20:06.506" v="424"/>
          <ac:spMkLst>
            <pc:docMk/>
            <pc:sldMk cId="2192643520" sldId="262"/>
            <ac:spMk id="10" creationId="{252FEFEF-6AC0-46B6-AC09-11FC56196FA4}"/>
          </ac:spMkLst>
        </pc:spChg>
        <pc:spChg chg="add del">
          <ac:chgData name="Diego Altamirano" userId="S::da8g13@soton.ac.uk::d735975a-f12d-4226-8b70-6dcc69a34a80" providerId="AD" clId="Web-{3FA25838-6BE2-E853-93F4-F05AFFB13FB3}" dt="2025-10-01T22:20:06.506" v="424"/>
          <ac:spMkLst>
            <pc:docMk/>
            <pc:sldMk cId="2192643520" sldId="262"/>
            <ac:spMk id="15" creationId="{5890DB48-571F-4555-8C4A-ADE03C0A6BD9}"/>
          </ac:spMkLst>
        </pc:spChg>
        <pc:spChg chg="add del">
          <ac:chgData name="Diego Altamirano" userId="S::da8g13@soton.ac.uk::d735975a-f12d-4226-8b70-6dcc69a34a80" providerId="AD" clId="Web-{3FA25838-6BE2-E853-93F4-F05AFFB13FB3}" dt="2025-10-01T22:20:06.506" v="424"/>
          <ac:spMkLst>
            <pc:docMk/>
            <pc:sldMk cId="2192643520" sldId="262"/>
            <ac:spMk id="17" creationId="{C0A3D0E9-F0EC-4889-8704-20D62BD7134A}"/>
          </ac:spMkLst>
        </pc:spChg>
        <pc:spChg chg="add del">
          <ac:chgData name="Diego Altamirano" userId="S::da8g13@soton.ac.uk::d735975a-f12d-4226-8b70-6dcc69a34a80" providerId="AD" clId="Web-{3FA25838-6BE2-E853-93F4-F05AFFB13FB3}" dt="2025-10-01T22:20:06.506" v="424"/>
          <ac:spMkLst>
            <pc:docMk/>
            <pc:sldMk cId="2192643520" sldId="262"/>
            <ac:spMk id="19" creationId="{F736D679-B037-43B8-A67C-D8D491F7AAD4}"/>
          </ac:spMkLst>
        </pc:spChg>
        <pc:spChg chg="add del">
          <ac:chgData name="Diego Altamirano" userId="S::da8g13@soton.ac.uk::d735975a-f12d-4226-8b70-6dcc69a34a80" providerId="AD" clId="Web-{3FA25838-6BE2-E853-93F4-F05AFFB13FB3}" dt="2025-10-01T22:20:06.506" v="424"/>
          <ac:spMkLst>
            <pc:docMk/>
            <pc:sldMk cId="2192643520" sldId="262"/>
            <ac:spMk id="21" creationId="{D45DD412-4B8E-4F4E-8164-15667C4EA259}"/>
          </ac:spMkLst>
        </pc:spChg>
      </pc:sldChg>
      <pc:sldChg chg="addSp delSp modSp new mod setBg">
        <pc:chgData name="Diego Altamirano" userId="S::da8g13@soton.ac.uk::d735975a-f12d-4226-8b70-6dcc69a34a80" providerId="AD" clId="Web-{3FA25838-6BE2-E853-93F4-F05AFFB13FB3}" dt="2025-10-01T22:21:24.975" v="442" actId="20577"/>
        <pc:sldMkLst>
          <pc:docMk/>
          <pc:sldMk cId="3390820510" sldId="263"/>
        </pc:sldMkLst>
        <pc:spChg chg="mod">
          <ac:chgData name="Diego Altamirano" userId="S::da8g13@soton.ac.uk::d735975a-f12d-4226-8b70-6dcc69a34a80" providerId="AD" clId="Web-{3FA25838-6BE2-E853-93F4-F05AFFB13FB3}" dt="2025-10-01T22:21:24.975" v="442" actId="20577"/>
          <ac:spMkLst>
            <pc:docMk/>
            <pc:sldMk cId="3390820510" sldId="263"/>
            <ac:spMk id="2" creationId="{DA3EEFD5-2D7C-75FC-553D-2579F54B4F00}"/>
          </ac:spMkLst>
        </pc:spChg>
        <pc:spChg chg="add del mod">
          <ac:chgData name="Diego Altamirano" userId="S::da8g13@soton.ac.uk::d735975a-f12d-4226-8b70-6dcc69a34a80" providerId="AD" clId="Web-{3FA25838-6BE2-E853-93F4-F05AFFB13FB3}" dt="2025-10-01T22:20:57.334" v="435"/>
          <ac:spMkLst>
            <pc:docMk/>
            <pc:sldMk cId="3390820510" sldId="263"/>
            <ac:spMk id="3" creationId="{34DEAD0D-F78C-2334-9199-07F2BAFDB94B}"/>
          </ac:spMkLst>
        </pc:spChg>
        <pc:spChg chg="add del">
          <ac:chgData name="Diego Altamirano" userId="S::da8g13@soton.ac.uk::d735975a-f12d-4226-8b70-6dcc69a34a80" providerId="AD" clId="Web-{3FA25838-6BE2-E853-93F4-F05AFFB13FB3}" dt="2025-10-01T22:20:57.334" v="435"/>
          <ac:spMkLst>
            <pc:docMk/>
            <pc:sldMk cId="3390820510" sldId="263"/>
            <ac:spMk id="8" creationId="{70120F84-A866-4D9F-8B1C-9120A013D654}"/>
          </ac:spMkLst>
        </pc:spChg>
        <pc:spChg chg="add del">
          <ac:chgData name="Diego Altamirano" userId="S::da8g13@soton.ac.uk::d735975a-f12d-4226-8b70-6dcc69a34a80" providerId="AD" clId="Web-{3FA25838-6BE2-E853-93F4-F05AFFB13FB3}" dt="2025-10-01T22:20:57.334" v="435"/>
          <ac:spMkLst>
            <pc:docMk/>
            <pc:sldMk cId="3390820510" sldId="263"/>
            <ac:spMk id="10" creationId="{252FEFEF-6AC0-46B6-AC09-11FC56196FA4}"/>
          </ac:spMkLst>
        </pc:spChg>
        <pc:spChg chg="add del">
          <ac:chgData name="Diego Altamirano" userId="S::da8g13@soton.ac.uk::d735975a-f12d-4226-8b70-6dcc69a34a80" providerId="AD" clId="Web-{3FA25838-6BE2-E853-93F4-F05AFFB13FB3}" dt="2025-10-01T22:20:44.772" v="432"/>
          <ac:spMkLst>
            <pc:docMk/>
            <pc:sldMk cId="3390820510" sldId="263"/>
            <ac:spMk id="15" creationId="{70120F84-A866-4D9F-8B1C-9120A013D654}"/>
          </ac:spMkLst>
        </pc:spChg>
        <pc:spChg chg="add del">
          <ac:chgData name="Diego Altamirano" userId="S::da8g13@soton.ac.uk::d735975a-f12d-4226-8b70-6dcc69a34a80" providerId="AD" clId="Web-{3FA25838-6BE2-E853-93F4-F05AFFB13FB3}" dt="2025-10-01T22:20:27.818" v="426"/>
          <ac:spMkLst>
            <pc:docMk/>
            <pc:sldMk cId="3390820510" sldId="263"/>
            <ac:spMk id="16" creationId="{A2AD6B69-E0A0-476D-9EE1-6B69F04C59F8}"/>
          </ac:spMkLst>
        </pc:spChg>
        <pc:spChg chg="add del">
          <ac:chgData name="Diego Altamirano" userId="S::da8g13@soton.ac.uk::d735975a-f12d-4226-8b70-6dcc69a34a80" providerId="AD" clId="Web-{3FA25838-6BE2-E853-93F4-F05AFFB13FB3}" dt="2025-10-01T22:20:44.772" v="432"/>
          <ac:spMkLst>
            <pc:docMk/>
            <pc:sldMk cId="3390820510" sldId="263"/>
            <ac:spMk id="17" creationId="{252FEFEF-6AC0-46B6-AC09-11FC56196FA4}"/>
          </ac:spMkLst>
        </pc:spChg>
        <pc:spChg chg="add del">
          <ac:chgData name="Diego Altamirano" userId="S::da8g13@soton.ac.uk::d735975a-f12d-4226-8b70-6dcc69a34a80" providerId="AD" clId="Web-{3FA25838-6BE2-E853-93F4-F05AFFB13FB3}" dt="2025-10-01T22:20:27.818" v="426"/>
          <ac:spMkLst>
            <pc:docMk/>
            <pc:sldMk cId="3390820510" sldId="263"/>
            <ac:spMk id="18" creationId="{16BE10A1-AD5F-4AB3-8A94-41D62B494ADB}"/>
          </ac:spMkLst>
        </pc:spChg>
        <pc:spChg chg="add del">
          <ac:chgData name="Diego Altamirano" userId="S::da8g13@soton.ac.uk::d735975a-f12d-4226-8b70-6dcc69a34a80" providerId="AD" clId="Web-{3FA25838-6BE2-E853-93F4-F05AFFB13FB3}" dt="2025-10-01T22:20:27.818" v="426"/>
          <ac:spMkLst>
            <pc:docMk/>
            <pc:sldMk cId="3390820510" sldId="263"/>
            <ac:spMk id="20" creationId="{5684BFFE-6A90-4311-ACD5-B34177D46462}"/>
          </ac:spMkLst>
        </pc:spChg>
        <pc:spChg chg="add del">
          <ac:chgData name="Diego Altamirano" userId="S::da8g13@soton.ac.uk::d735975a-f12d-4226-8b70-6dcc69a34a80" providerId="AD" clId="Web-{3FA25838-6BE2-E853-93F4-F05AFFB13FB3}" dt="2025-10-01T22:20:32.459" v="428"/>
          <ac:spMkLst>
            <pc:docMk/>
            <pc:sldMk cId="3390820510" sldId="263"/>
            <ac:spMk id="22" creationId="{70120F84-A866-4D9F-8B1C-9120A013D654}"/>
          </ac:spMkLst>
        </pc:spChg>
        <pc:spChg chg="add del">
          <ac:chgData name="Diego Altamirano" userId="S::da8g13@soton.ac.uk::d735975a-f12d-4226-8b70-6dcc69a34a80" providerId="AD" clId="Web-{3FA25838-6BE2-E853-93F4-F05AFFB13FB3}" dt="2025-10-01T22:20:32.459" v="428"/>
          <ac:spMkLst>
            <pc:docMk/>
            <pc:sldMk cId="3390820510" sldId="263"/>
            <ac:spMk id="23" creationId="{252FEFEF-6AC0-46B6-AC09-11FC56196FA4}"/>
          </ac:spMkLst>
        </pc:spChg>
        <pc:spChg chg="add del">
          <ac:chgData name="Diego Altamirano" userId="S::da8g13@soton.ac.uk::d735975a-f12d-4226-8b70-6dcc69a34a80" providerId="AD" clId="Web-{3FA25838-6BE2-E853-93F4-F05AFFB13FB3}" dt="2025-10-01T22:20:38.006" v="430"/>
          <ac:spMkLst>
            <pc:docMk/>
            <pc:sldMk cId="3390820510" sldId="263"/>
            <ac:spMk id="26" creationId="{0EB72A9B-FD82-4F09-BF1E-D39311D3A0E3}"/>
          </ac:spMkLst>
        </pc:spChg>
        <pc:spChg chg="add del">
          <ac:chgData name="Diego Altamirano" userId="S::da8g13@soton.ac.uk::d735975a-f12d-4226-8b70-6dcc69a34a80" providerId="AD" clId="Web-{3FA25838-6BE2-E853-93F4-F05AFFB13FB3}" dt="2025-10-01T22:20:38.006" v="430"/>
          <ac:spMkLst>
            <pc:docMk/>
            <pc:sldMk cId="3390820510" sldId="263"/>
            <ac:spMk id="27" creationId="{DD39B371-6E4E-4070-AB4E-4D788405A5A6}"/>
          </ac:spMkLst>
        </pc:spChg>
        <pc:spChg chg="add del">
          <ac:chgData name="Diego Altamirano" userId="S::da8g13@soton.ac.uk::d735975a-f12d-4226-8b70-6dcc69a34a80" providerId="AD" clId="Web-{3FA25838-6BE2-E853-93F4-F05AFFB13FB3}" dt="2025-10-01T22:20:38.006" v="430"/>
          <ac:spMkLst>
            <pc:docMk/>
            <pc:sldMk cId="3390820510" sldId="263"/>
            <ac:spMk id="28" creationId="{B937DAED-8BFE-4563-BB45-B5E554D70A84}"/>
          </ac:spMkLst>
        </pc:spChg>
        <pc:spChg chg="add del">
          <ac:chgData name="Diego Altamirano" userId="S::da8g13@soton.ac.uk::d735975a-f12d-4226-8b70-6dcc69a34a80" providerId="AD" clId="Web-{3FA25838-6BE2-E853-93F4-F05AFFB13FB3}" dt="2025-10-01T22:20:44.772" v="432"/>
          <ac:spMkLst>
            <pc:docMk/>
            <pc:sldMk cId="3390820510" sldId="263"/>
            <ac:spMk id="31" creationId="{34DEAD0D-F78C-2334-9199-07F2BAFDB94B}"/>
          </ac:spMkLst>
        </pc:spChg>
        <pc:spChg chg="add del">
          <ac:chgData name="Diego Altamirano" userId="S::da8g13@soton.ac.uk::d735975a-f12d-4226-8b70-6dcc69a34a80" providerId="AD" clId="Web-{3FA25838-6BE2-E853-93F4-F05AFFB13FB3}" dt="2025-10-01T22:20:57.334" v="434"/>
          <ac:spMkLst>
            <pc:docMk/>
            <pc:sldMk cId="3390820510" sldId="263"/>
            <ac:spMk id="33" creationId="{70120F84-A866-4D9F-8B1C-9120A013D654}"/>
          </ac:spMkLst>
        </pc:spChg>
        <pc:spChg chg="add del">
          <ac:chgData name="Diego Altamirano" userId="S::da8g13@soton.ac.uk::d735975a-f12d-4226-8b70-6dcc69a34a80" providerId="AD" clId="Web-{3FA25838-6BE2-E853-93F4-F05AFFB13FB3}" dt="2025-10-01T22:20:57.334" v="434"/>
          <ac:spMkLst>
            <pc:docMk/>
            <pc:sldMk cId="3390820510" sldId="263"/>
            <ac:spMk id="34" creationId="{252FEFEF-6AC0-46B6-AC09-11FC56196FA4}"/>
          </ac:spMkLst>
        </pc:spChg>
        <pc:spChg chg="add">
          <ac:chgData name="Diego Altamirano" userId="S::da8g13@soton.ac.uk::d735975a-f12d-4226-8b70-6dcc69a34a80" providerId="AD" clId="Web-{3FA25838-6BE2-E853-93F4-F05AFFB13FB3}" dt="2025-10-01T22:20:57.334" v="435"/>
          <ac:spMkLst>
            <pc:docMk/>
            <pc:sldMk cId="3390820510" sldId="263"/>
            <ac:spMk id="37" creationId="{70120F84-A866-4D9F-8B1C-9120A013D654}"/>
          </ac:spMkLst>
        </pc:spChg>
        <pc:spChg chg="add">
          <ac:chgData name="Diego Altamirano" userId="S::da8g13@soton.ac.uk::d735975a-f12d-4226-8b70-6dcc69a34a80" providerId="AD" clId="Web-{3FA25838-6BE2-E853-93F4-F05AFFB13FB3}" dt="2025-10-01T22:20:57.334" v="435"/>
          <ac:spMkLst>
            <pc:docMk/>
            <pc:sldMk cId="3390820510" sldId="263"/>
            <ac:spMk id="38" creationId="{252FEFEF-6AC0-46B6-AC09-11FC56196FA4}"/>
          </ac:spMkLst>
        </pc:spChg>
        <pc:spChg chg="add mod">
          <ac:chgData name="Diego Altamirano" userId="S::da8g13@soton.ac.uk::d735975a-f12d-4226-8b70-6dcc69a34a80" providerId="AD" clId="Web-{3FA25838-6BE2-E853-93F4-F05AFFB13FB3}" dt="2025-10-01T22:21:12.803" v="440" actId="14100"/>
          <ac:spMkLst>
            <pc:docMk/>
            <pc:sldMk cId="3390820510" sldId="263"/>
            <ac:spMk id="39" creationId="{34DEAD0D-F78C-2334-9199-07F2BAFDB94B}"/>
          </ac:spMkLst>
        </pc:spChg>
        <pc:graphicFrameChg chg="add del">
          <ac:chgData name="Diego Altamirano" userId="S::da8g13@soton.ac.uk::d735975a-f12d-4226-8b70-6dcc69a34a80" providerId="AD" clId="Web-{3FA25838-6BE2-E853-93F4-F05AFFB13FB3}" dt="2025-10-01T22:20:27.818" v="426"/>
          <ac:graphicFrameMkLst>
            <pc:docMk/>
            <pc:sldMk cId="3390820510" sldId="263"/>
            <ac:graphicFrameMk id="12" creationId="{AAAD02FB-8535-462A-219C-91E4A72FF0D0}"/>
          </ac:graphicFrameMkLst>
        </pc:graphicFrameChg>
        <pc:graphicFrameChg chg="add del">
          <ac:chgData name="Diego Altamirano" userId="S::da8g13@soton.ac.uk::d735975a-f12d-4226-8b70-6dcc69a34a80" providerId="AD" clId="Web-{3FA25838-6BE2-E853-93F4-F05AFFB13FB3}" dt="2025-10-01T22:20:32.459" v="428"/>
          <ac:graphicFrameMkLst>
            <pc:docMk/>
            <pc:sldMk cId="3390820510" sldId="263"/>
            <ac:graphicFrameMk id="24" creationId="{3B1DB450-A6B1-8FE3-F516-0D5BF57A4C5D}"/>
          </ac:graphicFrameMkLst>
        </pc:graphicFrameChg>
        <pc:graphicFrameChg chg="add del">
          <ac:chgData name="Diego Altamirano" userId="S::da8g13@soton.ac.uk::d735975a-f12d-4226-8b70-6dcc69a34a80" providerId="AD" clId="Web-{3FA25838-6BE2-E853-93F4-F05AFFB13FB3}" dt="2025-10-01T22:20:38.006" v="430"/>
          <ac:graphicFrameMkLst>
            <pc:docMk/>
            <pc:sldMk cId="3390820510" sldId="263"/>
            <ac:graphicFrameMk id="29" creationId="{0043E7A4-064B-EAC9-7717-896B4DE03BC9}"/>
          </ac:graphicFrameMkLst>
        </pc:graphicFrameChg>
        <pc:graphicFrameChg chg="add del">
          <ac:chgData name="Diego Altamirano" userId="S::da8g13@soton.ac.uk::d735975a-f12d-4226-8b70-6dcc69a34a80" providerId="AD" clId="Web-{3FA25838-6BE2-E853-93F4-F05AFFB13FB3}" dt="2025-10-01T22:20:57.334" v="434"/>
          <ac:graphicFrameMkLst>
            <pc:docMk/>
            <pc:sldMk cId="3390820510" sldId="263"/>
            <ac:graphicFrameMk id="35" creationId="{C185A638-F2DF-4512-0D84-21371B5A9D45}"/>
          </ac:graphicFrameMkLst>
        </pc:graphicFrameChg>
      </pc:sldChg>
      <pc:sldChg chg="addSp delSp modSp new mod setBg">
        <pc:chgData name="Diego Altamirano" userId="S::da8g13@soton.ac.uk::d735975a-f12d-4226-8b70-6dcc69a34a80" providerId="AD" clId="Web-{3FA25838-6BE2-E853-93F4-F05AFFB13FB3}" dt="2025-10-01T22:22:45.476" v="446"/>
        <pc:sldMkLst>
          <pc:docMk/>
          <pc:sldMk cId="1180447250" sldId="264"/>
        </pc:sldMkLst>
        <pc:spChg chg="mod">
          <ac:chgData name="Diego Altamirano" userId="S::da8g13@soton.ac.uk::d735975a-f12d-4226-8b70-6dcc69a34a80" providerId="AD" clId="Web-{3FA25838-6BE2-E853-93F4-F05AFFB13FB3}" dt="2025-10-01T22:16:11.642" v="343" actId="20577"/>
          <ac:spMkLst>
            <pc:docMk/>
            <pc:sldMk cId="1180447250" sldId="264"/>
            <ac:spMk id="2" creationId="{BF05A2C9-E5E3-5FF6-6440-AF308CAB7804}"/>
          </ac:spMkLst>
        </pc:spChg>
        <pc:spChg chg="mod">
          <ac:chgData name="Diego Altamirano" userId="S::da8g13@soton.ac.uk::d735975a-f12d-4226-8b70-6dcc69a34a80" providerId="AD" clId="Web-{3FA25838-6BE2-E853-93F4-F05AFFB13FB3}" dt="2025-10-01T22:19:29.489" v="422" actId="20577"/>
          <ac:spMkLst>
            <pc:docMk/>
            <pc:sldMk cId="1180447250" sldId="264"/>
            <ac:spMk id="3" creationId="{810F3CF6-CC71-E3E4-78AF-0BF72867DFE0}"/>
          </ac:spMkLst>
        </pc:spChg>
        <pc:spChg chg="add del">
          <ac:chgData name="Diego Altamirano" userId="S::da8g13@soton.ac.uk::d735975a-f12d-4226-8b70-6dcc69a34a80" providerId="AD" clId="Web-{3FA25838-6BE2-E853-93F4-F05AFFB13FB3}" dt="2025-10-01T22:22:25.195" v="444"/>
          <ac:spMkLst>
            <pc:docMk/>
            <pc:sldMk cId="1180447250" sldId="264"/>
            <ac:spMk id="4" creationId="{14974810-C351-4A24-54C5-E8AE8D20F772}"/>
          </ac:spMkLst>
        </pc:spChg>
        <pc:spChg chg="add">
          <ac:chgData name="Diego Altamirano" userId="S::da8g13@soton.ac.uk::d735975a-f12d-4226-8b70-6dcc69a34a80" providerId="AD" clId="Web-{3FA25838-6BE2-E853-93F4-F05AFFB13FB3}" dt="2025-10-01T22:15:47.610" v="336"/>
          <ac:spMkLst>
            <pc:docMk/>
            <pc:sldMk cId="1180447250" sldId="264"/>
            <ac:spMk id="8" creationId="{70120F84-A866-4D9F-8B1C-9120A013D654}"/>
          </ac:spMkLst>
        </pc:spChg>
        <pc:spChg chg="add">
          <ac:chgData name="Diego Altamirano" userId="S::da8g13@soton.ac.uk::d735975a-f12d-4226-8b70-6dcc69a34a80" providerId="AD" clId="Web-{3FA25838-6BE2-E853-93F4-F05AFFB13FB3}" dt="2025-10-01T22:15:47.610" v="336"/>
          <ac:spMkLst>
            <pc:docMk/>
            <pc:sldMk cId="1180447250" sldId="264"/>
            <ac:spMk id="10" creationId="{252FEFEF-6AC0-46B6-AC09-11FC56196FA4}"/>
          </ac:spMkLst>
        </pc:spChg>
        <pc:picChg chg="add del mod">
          <ac:chgData name="Diego Altamirano" userId="S::da8g13@soton.ac.uk::d735975a-f12d-4226-8b70-6dcc69a34a80" providerId="AD" clId="Web-{3FA25838-6BE2-E853-93F4-F05AFFB13FB3}" dt="2025-10-01T22:22:45.476" v="446"/>
          <ac:picMkLst>
            <pc:docMk/>
            <pc:sldMk cId="1180447250" sldId="264"/>
            <ac:picMk id="5" creationId="{58ABBEBA-B289-82B1-9428-1E6F364CE92B}"/>
          </ac:picMkLst>
        </pc:picChg>
      </pc:sldChg>
      <pc:sldChg chg="addSp delSp modSp new mod setBg">
        <pc:chgData name="Diego Altamirano" userId="S::da8g13@soton.ac.uk::d735975a-f12d-4226-8b70-6dcc69a34a80" providerId="AD" clId="Web-{3FA25838-6BE2-E853-93F4-F05AFFB13FB3}" dt="2025-10-01T22:25:25.301" v="521"/>
        <pc:sldMkLst>
          <pc:docMk/>
          <pc:sldMk cId="2943508416" sldId="265"/>
        </pc:sldMkLst>
        <pc:spChg chg="mod">
          <ac:chgData name="Diego Altamirano" userId="S::da8g13@soton.ac.uk::d735975a-f12d-4226-8b70-6dcc69a34a80" providerId="AD" clId="Web-{3FA25838-6BE2-E853-93F4-F05AFFB13FB3}" dt="2025-10-01T22:25:25.301" v="521"/>
          <ac:spMkLst>
            <pc:docMk/>
            <pc:sldMk cId="2943508416" sldId="265"/>
            <ac:spMk id="2" creationId="{51620276-AC66-1269-C6D3-D6B870E8C3DD}"/>
          </ac:spMkLst>
        </pc:spChg>
        <pc:spChg chg="del">
          <ac:chgData name="Diego Altamirano" userId="S::da8g13@soton.ac.uk::d735975a-f12d-4226-8b70-6dcc69a34a80" providerId="AD" clId="Web-{3FA25838-6BE2-E853-93F4-F05AFFB13FB3}" dt="2025-10-01T22:25:15.237" v="515"/>
          <ac:spMkLst>
            <pc:docMk/>
            <pc:sldMk cId="2943508416" sldId="265"/>
            <ac:spMk id="3" creationId="{1864675F-C922-06EF-9F3A-FF499ED5265A}"/>
          </ac:spMkLst>
        </pc:spChg>
        <pc:spChg chg="add del">
          <ac:chgData name="Diego Altamirano" userId="S::da8g13@soton.ac.uk::d735975a-f12d-4226-8b70-6dcc69a34a80" providerId="AD" clId="Web-{3FA25838-6BE2-E853-93F4-F05AFFB13FB3}" dt="2025-10-01T22:25:25.270" v="520"/>
          <ac:spMkLst>
            <pc:docMk/>
            <pc:sldMk cId="2943508416" sldId="265"/>
            <ac:spMk id="8" creationId="{904DB13E-F722-4ED6-BB00-556651E95281}"/>
          </ac:spMkLst>
        </pc:spChg>
        <pc:spChg chg="add del">
          <ac:chgData name="Diego Altamirano" userId="S::da8g13@soton.ac.uk::d735975a-f12d-4226-8b70-6dcc69a34a80" providerId="AD" clId="Web-{3FA25838-6BE2-E853-93F4-F05AFFB13FB3}" dt="2025-10-01T22:25:25.270" v="520"/>
          <ac:spMkLst>
            <pc:docMk/>
            <pc:sldMk cId="2943508416" sldId="265"/>
            <ac:spMk id="10" creationId="{1419E3D9-C5FB-41A9-B6D2-DFB210BB6211}"/>
          </ac:spMkLst>
        </pc:spChg>
        <pc:spChg chg="add del">
          <ac:chgData name="Diego Altamirano" userId="S::da8g13@soton.ac.uk::d735975a-f12d-4226-8b70-6dcc69a34a80" providerId="AD" clId="Web-{3FA25838-6BE2-E853-93F4-F05AFFB13FB3}" dt="2025-10-01T22:25:25.270" v="520"/>
          <ac:spMkLst>
            <pc:docMk/>
            <pc:sldMk cId="2943508416" sldId="265"/>
            <ac:spMk id="12" creationId="{367909BF-1DF7-4ACE-8F58-6CF719BB27E5}"/>
          </ac:spMkLst>
        </pc:spChg>
        <pc:spChg chg="add del">
          <ac:chgData name="Diego Altamirano" userId="S::da8g13@soton.ac.uk::d735975a-f12d-4226-8b70-6dcc69a34a80" providerId="AD" clId="Web-{3FA25838-6BE2-E853-93F4-F05AFFB13FB3}" dt="2025-10-01T22:25:25.270" v="520"/>
          <ac:spMkLst>
            <pc:docMk/>
            <pc:sldMk cId="2943508416" sldId="265"/>
            <ac:spMk id="14" creationId="{89E8BEDB-0BBC-4F21-9CFB-8530D664C343}"/>
          </ac:spMkLst>
        </pc:spChg>
        <pc:spChg chg="add del">
          <ac:chgData name="Diego Altamirano" userId="S::da8g13@soton.ac.uk::d735975a-f12d-4226-8b70-6dcc69a34a80" providerId="AD" clId="Web-{3FA25838-6BE2-E853-93F4-F05AFFB13FB3}" dt="2025-10-01T22:25:25.270" v="520"/>
          <ac:spMkLst>
            <pc:docMk/>
            <pc:sldMk cId="2943508416" sldId="265"/>
            <ac:spMk id="21" creationId="{420551B3-B4DA-48EE-988C-4FAEAEB5CE98}"/>
          </ac:spMkLst>
        </pc:spChg>
        <pc:spChg chg="add del">
          <ac:chgData name="Diego Altamirano" userId="S::da8g13@soton.ac.uk::d735975a-f12d-4226-8b70-6dcc69a34a80" providerId="AD" clId="Web-{3FA25838-6BE2-E853-93F4-F05AFFB13FB3}" dt="2025-10-01T22:25:25.270" v="520"/>
          <ac:spMkLst>
            <pc:docMk/>
            <pc:sldMk cId="2943508416" sldId="265"/>
            <ac:spMk id="23" creationId="{A643B7E8-B361-4A91-A7A5-07418CFCF9E5}"/>
          </ac:spMkLst>
        </pc:spChg>
        <pc:spChg chg="add del">
          <ac:chgData name="Diego Altamirano" userId="S::da8g13@soton.ac.uk::d735975a-f12d-4226-8b70-6dcc69a34a80" providerId="AD" clId="Web-{3FA25838-6BE2-E853-93F4-F05AFFB13FB3}" dt="2025-10-01T22:25:25.270" v="520"/>
          <ac:spMkLst>
            <pc:docMk/>
            <pc:sldMk cId="2943508416" sldId="265"/>
            <ac:spMk id="25" creationId="{D7A74E93-DAA8-4661-8F23-0F48710EAF4A}"/>
          </ac:spMkLst>
        </pc:spChg>
        <pc:spChg chg="add del">
          <ac:chgData name="Diego Altamirano" userId="S::da8g13@soton.ac.uk::d735975a-f12d-4226-8b70-6dcc69a34a80" providerId="AD" clId="Web-{3FA25838-6BE2-E853-93F4-F05AFFB13FB3}" dt="2025-10-01T22:25:25.270" v="520"/>
          <ac:spMkLst>
            <pc:docMk/>
            <pc:sldMk cId="2943508416" sldId="265"/>
            <ac:spMk id="27" creationId="{FF212E38-C041-49D9-9236-29FF44B27E1B}"/>
          </ac:spMkLst>
        </pc:spChg>
        <pc:spChg chg="add del">
          <ac:chgData name="Diego Altamirano" userId="S::da8g13@soton.ac.uk::d735975a-f12d-4226-8b70-6dcc69a34a80" providerId="AD" clId="Web-{3FA25838-6BE2-E853-93F4-F05AFFB13FB3}" dt="2025-10-01T22:25:25.270" v="520"/>
          <ac:spMkLst>
            <pc:docMk/>
            <pc:sldMk cId="2943508416" sldId="265"/>
            <ac:spMk id="29" creationId="{790391D1-AA86-467F-A77E-0606FCCCD29B}"/>
          </ac:spMkLst>
        </pc:spChg>
        <pc:spChg chg="add">
          <ac:chgData name="Diego Altamirano" userId="S::da8g13@soton.ac.uk::d735975a-f12d-4226-8b70-6dcc69a34a80" providerId="AD" clId="Web-{3FA25838-6BE2-E853-93F4-F05AFFB13FB3}" dt="2025-10-01T22:25:25.301" v="521"/>
          <ac:spMkLst>
            <pc:docMk/>
            <pc:sldMk cId="2943508416" sldId="265"/>
            <ac:spMk id="37" creationId="{904DB13E-F722-4ED6-BB00-556651E95281}"/>
          </ac:spMkLst>
        </pc:spChg>
        <pc:spChg chg="add">
          <ac:chgData name="Diego Altamirano" userId="S::da8g13@soton.ac.uk::d735975a-f12d-4226-8b70-6dcc69a34a80" providerId="AD" clId="Web-{3FA25838-6BE2-E853-93F4-F05AFFB13FB3}" dt="2025-10-01T22:25:25.301" v="521"/>
          <ac:spMkLst>
            <pc:docMk/>
            <pc:sldMk cId="2943508416" sldId="265"/>
            <ac:spMk id="38" creationId="{1419E3D9-C5FB-41A9-B6D2-DFB210BB6211}"/>
          </ac:spMkLst>
        </pc:spChg>
        <pc:spChg chg="add">
          <ac:chgData name="Diego Altamirano" userId="S::da8g13@soton.ac.uk::d735975a-f12d-4226-8b70-6dcc69a34a80" providerId="AD" clId="Web-{3FA25838-6BE2-E853-93F4-F05AFFB13FB3}" dt="2025-10-01T22:25:25.301" v="521"/>
          <ac:spMkLst>
            <pc:docMk/>
            <pc:sldMk cId="2943508416" sldId="265"/>
            <ac:spMk id="39" creationId="{367909BF-1DF7-4ACE-8F58-6CF719BB27E5}"/>
          </ac:spMkLst>
        </pc:spChg>
        <pc:spChg chg="add">
          <ac:chgData name="Diego Altamirano" userId="S::da8g13@soton.ac.uk::d735975a-f12d-4226-8b70-6dcc69a34a80" providerId="AD" clId="Web-{3FA25838-6BE2-E853-93F4-F05AFFB13FB3}" dt="2025-10-01T22:25:25.301" v="521"/>
          <ac:spMkLst>
            <pc:docMk/>
            <pc:sldMk cId="2943508416" sldId="265"/>
            <ac:spMk id="40" creationId="{89E8BEDB-0BBC-4F21-9CFB-8530D664C343}"/>
          </ac:spMkLst>
        </pc:spChg>
        <pc:spChg chg="add">
          <ac:chgData name="Diego Altamirano" userId="S::da8g13@soton.ac.uk::d735975a-f12d-4226-8b70-6dcc69a34a80" providerId="AD" clId="Web-{3FA25838-6BE2-E853-93F4-F05AFFB13FB3}" dt="2025-10-01T22:25:25.301" v="521"/>
          <ac:spMkLst>
            <pc:docMk/>
            <pc:sldMk cId="2943508416" sldId="265"/>
            <ac:spMk id="42" creationId="{420551B3-B4DA-48EE-988C-4FAEAEB5CE98}"/>
          </ac:spMkLst>
        </pc:spChg>
        <pc:spChg chg="add">
          <ac:chgData name="Diego Altamirano" userId="S::da8g13@soton.ac.uk::d735975a-f12d-4226-8b70-6dcc69a34a80" providerId="AD" clId="Web-{3FA25838-6BE2-E853-93F4-F05AFFB13FB3}" dt="2025-10-01T22:25:25.301" v="521"/>
          <ac:spMkLst>
            <pc:docMk/>
            <pc:sldMk cId="2943508416" sldId="265"/>
            <ac:spMk id="44" creationId="{D5B012D8-7F27-4758-9AC6-C889B154BD73}"/>
          </ac:spMkLst>
        </pc:spChg>
        <pc:spChg chg="add">
          <ac:chgData name="Diego Altamirano" userId="S::da8g13@soton.ac.uk::d735975a-f12d-4226-8b70-6dcc69a34a80" providerId="AD" clId="Web-{3FA25838-6BE2-E853-93F4-F05AFFB13FB3}" dt="2025-10-01T22:25:25.301" v="521"/>
          <ac:spMkLst>
            <pc:docMk/>
            <pc:sldMk cId="2943508416" sldId="265"/>
            <ac:spMk id="45" creationId="{4063B759-00FC-46D1-9898-8E8625268FAF}"/>
          </ac:spMkLst>
        </pc:spChg>
        <pc:grpChg chg="add">
          <ac:chgData name="Diego Altamirano" userId="S::da8g13@soton.ac.uk::d735975a-f12d-4226-8b70-6dcc69a34a80" providerId="AD" clId="Web-{3FA25838-6BE2-E853-93F4-F05AFFB13FB3}" dt="2025-10-01T22:25:25.301" v="521"/>
          <ac:grpSpMkLst>
            <pc:docMk/>
            <pc:sldMk cId="2943508416" sldId="265"/>
            <ac:grpSpMk id="41" creationId="{E26428D7-C6F3-473D-A360-A3F5C3E8728C}"/>
          </ac:grpSpMkLst>
        </pc:grpChg>
        <pc:picChg chg="add">
          <ac:chgData name="Diego Altamirano" userId="S::da8g13@soton.ac.uk::d735975a-f12d-4226-8b70-6dcc69a34a80" providerId="AD" clId="Web-{3FA25838-6BE2-E853-93F4-F05AFFB13FB3}" dt="2025-10-01T22:25:25.301" v="521"/>
          <ac:picMkLst>
            <pc:docMk/>
            <pc:sldMk cId="2943508416" sldId="265"/>
            <ac:picMk id="43" creationId="{34143045-2BB2-9F71-C20C-C1AAA085B300}"/>
          </ac:picMkLst>
        </pc:picChg>
      </pc:sldChg>
      <pc:sldMasterChg chg="del delSldLayout">
        <pc:chgData name="Diego Altamirano" userId="S::da8g13@soton.ac.uk::d735975a-f12d-4226-8b70-6dcc69a34a80" providerId="AD" clId="Web-{3FA25838-6BE2-E853-93F4-F05AFFB13FB3}" dt="2025-10-01T21:55:46.904" v="7"/>
        <pc:sldMasterMkLst>
          <pc:docMk/>
          <pc:sldMasterMk cId="2460954070" sldId="2147483660"/>
        </pc:sldMasterMkLst>
        <pc:sldLayoutChg chg="del">
          <pc:chgData name="Diego Altamirano" userId="S::da8g13@soton.ac.uk::d735975a-f12d-4226-8b70-6dcc69a34a80" providerId="AD" clId="Web-{3FA25838-6BE2-E853-93F4-F05AFFB13FB3}" dt="2025-10-01T21:55:46.904" v="7"/>
          <pc:sldLayoutMkLst>
            <pc:docMk/>
            <pc:sldMasterMk cId="2460954070" sldId="2147483660"/>
            <pc:sldLayoutMk cId="2385387890" sldId="2147483661"/>
          </pc:sldLayoutMkLst>
        </pc:sldLayoutChg>
        <pc:sldLayoutChg chg="del">
          <pc:chgData name="Diego Altamirano" userId="S::da8g13@soton.ac.uk::d735975a-f12d-4226-8b70-6dcc69a34a80" providerId="AD" clId="Web-{3FA25838-6BE2-E853-93F4-F05AFFB13FB3}" dt="2025-10-01T21:55:46.904" v="7"/>
          <pc:sldLayoutMkLst>
            <pc:docMk/>
            <pc:sldMasterMk cId="2460954070" sldId="2147483660"/>
            <pc:sldLayoutMk cId="949138452" sldId="2147483662"/>
          </pc:sldLayoutMkLst>
        </pc:sldLayoutChg>
        <pc:sldLayoutChg chg="del">
          <pc:chgData name="Diego Altamirano" userId="S::da8g13@soton.ac.uk::d735975a-f12d-4226-8b70-6dcc69a34a80" providerId="AD" clId="Web-{3FA25838-6BE2-E853-93F4-F05AFFB13FB3}" dt="2025-10-01T21:55:46.904" v="7"/>
          <pc:sldLayoutMkLst>
            <pc:docMk/>
            <pc:sldMasterMk cId="2460954070" sldId="2147483660"/>
            <pc:sldLayoutMk cId="2591524520" sldId="2147483663"/>
          </pc:sldLayoutMkLst>
        </pc:sldLayoutChg>
        <pc:sldLayoutChg chg="del">
          <pc:chgData name="Diego Altamirano" userId="S::da8g13@soton.ac.uk::d735975a-f12d-4226-8b70-6dcc69a34a80" providerId="AD" clId="Web-{3FA25838-6BE2-E853-93F4-F05AFFB13FB3}" dt="2025-10-01T21:55:46.904" v="7"/>
          <pc:sldLayoutMkLst>
            <pc:docMk/>
            <pc:sldMasterMk cId="2460954070" sldId="2147483660"/>
            <pc:sldLayoutMk cId="1203092039" sldId="2147483664"/>
          </pc:sldLayoutMkLst>
        </pc:sldLayoutChg>
        <pc:sldLayoutChg chg="del">
          <pc:chgData name="Diego Altamirano" userId="S::da8g13@soton.ac.uk::d735975a-f12d-4226-8b70-6dcc69a34a80" providerId="AD" clId="Web-{3FA25838-6BE2-E853-93F4-F05AFFB13FB3}" dt="2025-10-01T21:55:46.904" v="7"/>
          <pc:sldLayoutMkLst>
            <pc:docMk/>
            <pc:sldMasterMk cId="2460954070" sldId="2147483660"/>
            <pc:sldLayoutMk cId="3733172339" sldId="2147483665"/>
          </pc:sldLayoutMkLst>
        </pc:sldLayoutChg>
        <pc:sldLayoutChg chg="del">
          <pc:chgData name="Diego Altamirano" userId="S::da8g13@soton.ac.uk::d735975a-f12d-4226-8b70-6dcc69a34a80" providerId="AD" clId="Web-{3FA25838-6BE2-E853-93F4-F05AFFB13FB3}" dt="2025-10-01T21:55:46.904" v="7"/>
          <pc:sldLayoutMkLst>
            <pc:docMk/>
            <pc:sldMasterMk cId="2460954070" sldId="2147483660"/>
            <pc:sldLayoutMk cId="3210312558" sldId="2147483666"/>
          </pc:sldLayoutMkLst>
        </pc:sldLayoutChg>
        <pc:sldLayoutChg chg="del">
          <pc:chgData name="Diego Altamirano" userId="S::da8g13@soton.ac.uk::d735975a-f12d-4226-8b70-6dcc69a34a80" providerId="AD" clId="Web-{3FA25838-6BE2-E853-93F4-F05AFFB13FB3}" dt="2025-10-01T21:55:46.904" v="7"/>
          <pc:sldLayoutMkLst>
            <pc:docMk/>
            <pc:sldMasterMk cId="2460954070" sldId="2147483660"/>
            <pc:sldLayoutMk cId="3146388984" sldId="2147483667"/>
          </pc:sldLayoutMkLst>
        </pc:sldLayoutChg>
        <pc:sldLayoutChg chg="del">
          <pc:chgData name="Diego Altamirano" userId="S::da8g13@soton.ac.uk::d735975a-f12d-4226-8b70-6dcc69a34a80" providerId="AD" clId="Web-{3FA25838-6BE2-E853-93F4-F05AFFB13FB3}" dt="2025-10-01T21:55:46.904" v="7"/>
          <pc:sldLayoutMkLst>
            <pc:docMk/>
            <pc:sldMasterMk cId="2460954070" sldId="2147483660"/>
            <pc:sldLayoutMk cId="3171841454" sldId="2147483668"/>
          </pc:sldLayoutMkLst>
        </pc:sldLayoutChg>
        <pc:sldLayoutChg chg="del">
          <pc:chgData name="Diego Altamirano" userId="S::da8g13@soton.ac.uk::d735975a-f12d-4226-8b70-6dcc69a34a80" providerId="AD" clId="Web-{3FA25838-6BE2-E853-93F4-F05AFFB13FB3}" dt="2025-10-01T21:55:46.904" v="7"/>
          <pc:sldLayoutMkLst>
            <pc:docMk/>
            <pc:sldMasterMk cId="2460954070" sldId="2147483660"/>
            <pc:sldLayoutMk cId="1718958274" sldId="2147483669"/>
          </pc:sldLayoutMkLst>
        </pc:sldLayoutChg>
        <pc:sldLayoutChg chg="del">
          <pc:chgData name="Diego Altamirano" userId="S::da8g13@soton.ac.uk::d735975a-f12d-4226-8b70-6dcc69a34a80" providerId="AD" clId="Web-{3FA25838-6BE2-E853-93F4-F05AFFB13FB3}" dt="2025-10-01T21:55:46.904" v="7"/>
          <pc:sldLayoutMkLst>
            <pc:docMk/>
            <pc:sldMasterMk cId="2460954070" sldId="2147483660"/>
            <pc:sldLayoutMk cId="2202905451" sldId="2147483670"/>
          </pc:sldLayoutMkLst>
        </pc:sldLayoutChg>
        <pc:sldLayoutChg chg="del">
          <pc:chgData name="Diego Altamirano" userId="S::da8g13@soton.ac.uk::d735975a-f12d-4226-8b70-6dcc69a34a80" providerId="AD" clId="Web-{3FA25838-6BE2-E853-93F4-F05AFFB13FB3}" dt="2025-10-01T21:55:46.904" v="7"/>
          <pc:sldLayoutMkLst>
            <pc:docMk/>
            <pc:sldMasterMk cId="2460954070" sldId="2147483660"/>
            <pc:sldLayoutMk cId="3479445657" sldId="2147483671"/>
          </pc:sldLayoutMkLst>
        </pc:sldLayoutChg>
      </pc:sldMasterChg>
      <pc:sldMasterChg chg="add addSldLayout">
        <pc:chgData name="Diego Altamirano" userId="S::da8g13@soton.ac.uk::d735975a-f12d-4226-8b70-6dcc69a34a80" providerId="AD" clId="Web-{3FA25838-6BE2-E853-93F4-F05AFFB13FB3}" dt="2025-10-01T21:55:46.904" v="7"/>
        <pc:sldMasterMkLst>
          <pc:docMk/>
          <pc:sldMasterMk cId="4150845723" sldId="2147483695"/>
        </pc:sldMasterMkLst>
        <pc:sldLayoutChg chg="add">
          <pc:chgData name="Diego Altamirano" userId="S::da8g13@soton.ac.uk::d735975a-f12d-4226-8b70-6dcc69a34a80" providerId="AD" clId="Web-{3FA25838-6BE2-E853-93F4-F05AFFB13FB3}" dt="2025-10-01T21:55:46.904" v="7"/>
          <pc:sldLayoutMkLst>
            <pc:docMk/>
            <pc:sldMasterMk cId="4150845723" sldId="2147483695"/>
            <pc:sldLayoutMk cId="2368615330" sldId="2147483684"/>
          </pc:sldLayoutMkLst>
        </pc:sldLayoutChg>
        <pc:sldLayoutChg chg="add">
          <pc:chgData name="Diego Altamirano" userId="S::da8g13@soton.ac.uk::d735975a-f12d-4226-8b70-6dcc69a34a80" providerId="AD" clId="Web-{3FA25838-6BE2-E853-93F4-F05AFFB13FB3}" dt="2025-10-01T21:55:46.904" v="7"/>
          <pc:sldLayoutMkLst>
            <pc:docMk/>
            <pc:sldMasterMk cId="4150845723" sldId="2147483695"/>
            <pc:sldLayoutMk cId="1977487092" sldId="2147483685"/>
          </pc:sldLayoutMkLst>
        </pc:sldLayoutChg>
        <pc:sldLayoutChg chg="add">
          <pc:chgData name="Diego Altamirano" userId="S::da8g13@soton.ac.uk::d735975a-f12d-4226-8b70-6dcc69a34a80" providerId="AD" clId="Web-{3FA25838-6BE2-E853-93F4-F05AFFB13FB3}" dt="2025-10-01T21:55:46.904" v="7"/>
          <pc:sldLayoutMkLst>
            <pc:docMk/>
            <pc:sldMasterMk cId="4150845723" sldId="2147483695"/>
            <pc:sldLayoutMk cId="454613785" sldId="2147483686"/>
          </pc:sldLayoutMkLst>
        </pc:sldLayoutChg>
        <pc:sldLayoutChg chg="add">
          <pc:chgData name="Diego Altamirano" userId="S::da8g13@soton.ac.uk::d735975a-f12d-4226-8b70-6dcc69a34a80" providerId="AD" clId="Web-{3FA25838-6BE2-E853-93F4-F05AFFB13FB3}" dt="2025-10-01T21:55:46.904" v="7"/>
          <pc:sldLayoutMkLst>
            <pc:docMk/>
            <pc:sldMasterMk cId="4150845723" sldId="2147483695"/>
            <pc:sldLayoutMk cId="928712706" sldId="2147483687"/>
          </pc:sldLayoutMkLst>
        </pc:sldLayoutChg>
        <pc:sldLayoutChg chg="add">
          <pc:chgData name="Diego Altamirano" userId="S::da8g13@soton.ac.uk::d735975a-f12d-4226-8b70-6dcc69a34a80" providerId="AD" clId="Web-{3FA25838-6BE2-E853-93F4-F05AFFB13FB3}" dt="2025-10-01T21:55:46.904" v="7"/>
          <pc:sldLayoutMkLst>
            <pc:docMk/>
            <pc:sldMasterMk cId="4150845723" sldId="2147483695"/>
            <pc:sldLayoutMk cId="1332192137" sldId="2147483688"/>
          </pc:sldLayoutMkLst>
        </pc:sldLayoutChg>
        <pc:sldLayoutChg chg="add">
          <pc:chgData name="Diego Altamirano" userId="S::da8g13@soton.ac.uk::d735975a-f12d-4226-8b70-6dcc69a34a80" providerId="AD" clId="Web-{3FA25838-6BE2-E853-93F4-F05AFFB13FB3}" dt="2025-10-01T21:55:46.904" v="7"/>
          <pc:sldLayoutMkLst>
            <pc:docMk/>
            <pc:sldMasterMk cId="4150845723" sldId="2147483695"/>
            <pc:sldLayoutMk cId="2631549862" sldId="2147483689"/>
          </pc:sldLayoutMkLst>
        </pc:sldLayoutChg>
        <pc:sldLayoutChg chg="add">
          <pc:chgData name="Diego Altamirano" userId="S::da8g13@soton.ac.uk::d735975a-f12d-4226-8b70-6dcc69a34a80" providerId="AD" clId="Web-{3FA25838-6BE2-E853-93F4-F05AFFB13FB3}" dt="2025-10-01T21:55:46.904" v="7"/>
          <pc:sldLayoutMkLst>
            <pc:docMk/>
            <pc:sldMasterMk cId="4150845723" sldId="2147483695"/>
            <pc:sldLayoutMk cId="3932081582" sldId="2147483690"/>
          </pc:sldLayoutMkLst>
        </pc:sldLayoutChg>
        <pc:sldLayoutChg chg="add">
          <pc:chgData name="Diego Altamirano" userId="S::da8g13@soton.ac.uk::d735975a-f12d-4226-8b70-6dcc69a34a80" providerId="AD" clId="Web-{3FA25838-6BE2-E853-93F4-F05AFFB13FB3}" dt="2025-10-01T21:55:46.904" v="7"/>
          <pc:sldLayoutMkLst>
            <pc:docMk/>
            <pc:sldMasterMk cId="4150845723" sldId="2147483695"/>
            <pc:sldLayoutMk cId="4261916161" sldId="2147483691"/>
          </pc:sldLayoutMkLst>
        </pc:sldLayoutChg>
        <pc:sldLayoutChg chg="add">
          <pc:chgData name="Diego Altamirano" userId="S::da8g13@soton.ac.uk::d735975a-f12d-4226-8b70-6dcc69a34a80" providerId="AD" clId="Web-{3FA25838-6BE2-E853-93F4-F05AFFB13FB3}" dt="2025-10-01T21:55:46.904" v="7"/>
          <pc:sldLayoutMkLst>
            <pc:docMk/>
            <pc:sldMasterMk cId="4150845723" sldId="2147483695"/>
            <pc:sldLayoutMk cId="1821050325" sldId="2147483692"/>
          </pc:sldLayoutMkLst>
        </pc:sldLayoutChg>
        <pc:sldLayoutChg chg="add">
          <pc:chgData name="Diego Altamirano" userId="S::da8g13@soton.ac.uk::d735975a-f12d-4226-8b70-6dcc69a34a80" providerId="AD" clId="Web-{3FA25838-6BE2-E853-93F4-F05AFFB13FB3}" dt="2025-10-01T21:55:46.904" v="7"/>
          <pc:sldLayoutMkLst>
            <pc:docMk/>
            <pc:sldMasterMk cId="4150845723" sldId="2147483695"/>
            <pc:sldLayoutMk cId="3725281283" sldId="2147483693"/>
          </pc:sldLayoutMkLst>
        </pc:sldLayoutChg>
        <pc:sldLayoutChg chg="add">
          <pc:chgData name="Diego Altamirano" userId="S::da8g13@soton.ac.uk::d735975a-f12d-4226-8b70-6dcc69a34a80" providerId="AD" clId="Web-{3FA25838-6BE2-E853-93F4-F05AFFB13FB3}" dt="2025-10-01T21:55:46.904" v="7"/>
          <pc:sldLayoutMkLst>
            <pc:docMk/>
            <pc:sldMasterMk cId="4150845723" sldId="2147483695"/>
            <pc:sldLayoutMk cId="1680298058" sldId="2147483694"/>
          </pc:sldLayoutMkLst>
        </pc:sldLayoutChg>
      </pc:sldMasterChg>
    </pc:docChg>
  </pc:docChgLst>
  <pc:docChgLst>
    <pc:chgData name="Diego Altamirano" userId="S::da8g13@soton.ac.uk::d735975a-f12d-4226-8b70-6dcc69a34a80" providerId="AD" clId="Web-{DB16360F-FC7C-2F48-0D4D-3D76C7BEB631}"/>
    <pc:docChg chg="modSld">
      <pc:chgData name="Diego Altamirano" userId="S::da8g13@soton.ac.uk::d735975a-f12d-4226-8b70-6dcc69a34a80" providerId="AD" clId="Web-{DB16360F-FC7C-2F48-0D4D-3D76C7BEB631}" dt="2025-10-02T08:59:00.203" v="30" actId="20577"/>
      <pc:docMkLst>
        <pc:docMk/>
      </pc:docMkLst>
      <pc:sldChg chg="modSp">
        <pc:chgData name="Diego Altamirano" userId="S::da8g13@soton.ac.uk::d735975a-f12d-4226-8b70-6dcc69a34a80" providerId="AD" clId="Web-{DB16360F-FC7C-2F48-0D4D-3D76C7BEB631}" dt="2025-10-02T08:59:00.203" v="30" actId="20577"/>
        <pc:sldMkLst>
          <pc:docMk/>
          <pc:sldMk cId="3068105721" sldId="259"/>
        </pc:sldMkLst>
        <pc:spChg chg="mod">
          <ac:chgData name="Diego Altamirano" userId="S::da8g13@soton.ac.uk::d735975a-f12d-4226-8b70-6dcc69a34a80" providerId="AD" clId="Web-{DB16360F-FC7C-2F48-0D4D-3D76C7BEB631}" dt="2025-10-02T08:59:00.203" v="30" actId="20577"/>
          <ac:spMkLst>
            <pc:docMk/>
            <pc:sldMk cId="3068105721" sldId="259"/>
            <ac:spMk id="3" creationId="{020662DE-3D0F-17F5-BF88-EF9CBDB3F45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10/2/2025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261916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821050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10/2/2025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725281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680298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10/2/2025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368615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10/2/2025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932081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10/2/2025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977487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10/2/2025</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454613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10/2/2025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28712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332192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31549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10/2/2025</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415084572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84" r:id="rId5"/>
    <p:sldLayoutId id="2147483690" r:id="rId6"/>
    <p:sldLayoutId id="2147483685" r:id="rId7"/>
    <p:sldLayoutId id="2147483686" r:id="rId8"/>
    <p:sldLayoutId id="2147483687" r:id="rId9"/>
    <p:sldLayoutId id="2147483688" r:id="rId10"/>
    <p:sldLayoutId id="214748368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mailto:d.altamirano@soton.ac.uk"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library.soton.ac.uk/sash/what-is-academic-integrity"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DAC2350-FA6C-4B24-9A17-926C160E8C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90" y="457200"/>
            <a:ext cx="11281609" cy="5943603"/>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p:nvSpPr>
          <p:cNvPr id="18" name="Rectangle 17">
            <a:extLst>
              <a:ext uri="{FF2B5EF4-FFF2-40B4-BE49-F238E27FC236}">
                <a16:creationId xmlns:a16="http://schemas.microsoft.com/office/drawing/2014/main" id="{2A637C44-0146-4C54-A1A1-57BC8E6C3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738" y="621793"/>
            <a:ext cx="10954512" cy="5614416"/>
          </a:xfrm>
          <a:prstGeom prst="rect">
            <a:avLst/>
          </a:prstGeom>
          <a:solidFill>
            <a:schemeClr val="bg1">
              <a:lumMod val="75000"/>
              <a:lumOff val="25000"/>
            </a:schemeClr>
          </a:solidFill>
          <a:ln w="6350" cap="sq" cmpd="sng" algn="ctr">
            <a:solidFill>
              <a:schemeClr val="tx1">
                <a:lumMod val="75000"/>
                <a:lumOff val="25000"/>
              </a:schemeClr>
            </a:solidFill>
            <a:prstDash val="solid"/>
            <a:miter lim="800000"/>
          </a:ln>
          <a:effectLst/>
        </p:spPr>
      </p:sp>
      <p:sp>
        <p:nvSpPr>
          <p:cNvPr id="2" name="Title 1"/>
          <p:cNvSpPr>
            <a:spLocks noGrp="1"/>
          </p:cNvSpPr>
          <p:nvPr>
            <p:ph type="ctrTitle"/>
          </p:nvPr>
        </p:nvSpPr>
        <p:spPr>
          <a:xfrm>
            <a:off x="487498" y="936377"/>
            <a:ext cx="11285921" cy="2493603"/>
          </a:xfrm>
        </p:spPr>
        <p:txBody>
          <a:bodyPr>
            <a:normAutofit/>
          </a:bodyPr>
          <a:lstStyle/>
          <a:p>
            <a:r>
              <a:rPr lang="en-US" sz="4400" dirty="0">
                <a:ea typeface="+mj-lt"/>
                <a:cs typeface="+mj-lt"/>
              </a:rPr>
              <a:t>BSc </a:t>
            </a:r>
            <a:r>
              <a:rPr lang="en-US" sz="4400">
                <a:ea typeface="+mj-lt"/>
                <a:cs typeface="+mj-lt"/>
              </a:rPr>
              <a:t>Projects  -</a:t>
            </a:r>
            <a:r>
              <a:rPr lang="en-US" sz="4400" dirty="0">
                <a:ea typeface="+mj-lt"/>
                <a:cs typeface="+mj-lt"/>
              </a:rPr>
              <a:t> General Guidelines</a:t>
            </a:r>
            <a:endParaRPr lang="en-US" sz="4400" dirty="0"/>
          </a:p>
        </p:txBody>
      </p:sp>
      <p:sp>
        <p:nvSpPr>
          <p:cNvPr id="3" name="Subtitle 2"/>
          <p:cNvSpPr>
            <a:spLocks noGrp="1"/>
          </p:cNvSpPr>
          <p:nvPr>
            <p:ph type="subTitle" idx="1"/>
          </p:nvPr>
        </p:nvSpPr>
        <p:spPr>
          <a:xfrm>
            <a:off x="1371600" y="3121849"/>
            <a:ext cx="9517450" cy="638904"/>
          </a:xfrm>
        </p:spPr>
        <p:txBody>
          <a:bodyPr vert="horz" lIns="91440" tIns="45720" rIns="91440" bIns="45720" rtlCol="0">
            <a:normAutofit/>
          </a:bodyPr>
          <a:lstStyle/>
          <a:p>
            <a:pPr>
              <a:spcAft>
                <a:spcPts val="600"/>
              </a:spcAft>
            </a:pPr>
            <a:r>
              <a:rPr lang="en-US" dirty="0"/>
              <a:t>Prof. Diego Altamirano</a:t>
            </a:r>
            <a:endParaRPr lang="en-US"/>
          </a:p>
        </p:txBody>
      </p:sp>
      <p:sp>
        <p:nvSpPr>
          <p:cNvPr id="20" name="Rectangle 19">
            <a:extLst>
              <a:ext uri="{FF2B5EF4-FFF2-40B4-BE49-F238E27FC236}">
                <a16:creationId xmlns:a16="http://schemas.microsoft.com/office/drawing/2014/main" id="{6AB310E7-DE5C-4964-8CBB-E87A22B5B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5" name="Straight Connector 14">
            <a:extLst>
              <a:ext uri="{FF2B5EF4-FFF2-40B4-BE49-F238E27FC236}">
                <a16:creationId xmlns:a16="http://schemas.microsoft.com/office/drawing/2014/main" id="{BC6D0BA2-2FCA-496D-A55A-C56A7B3E09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A158404-99A1-4EB0-B63C-8744C273AC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1848EA8-FE52-4762-AE9B-5D1DD4C3362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pic>
        <p:nvPicPr>
          <p:cNvPr id="4" name="Picture 3" descr="A close-up of a logo&#10;&#10;AI-generated content may be incorrect.">
            <a:extLst>
              <a:ext uri="{FF2B5EF4-FFF2-40B4-BE49-F238E27FC236}">
                <a16:creationId xmlns:a16="http://schemas.microsoft.com/office/drawing/2014/main" id="{128D87CD-3CFB-FC15-CCA4-471B36EDD070}"/>
              </a:ext>
            </a:extLst>
          </p:cNvPr>
          <p:cNvPicPr>
            <a:picLocks noChangeAspect="1"/>
          </p:cNvPicPr>
          <p:nvPr/>
        </p:nvPicPr>
        <p:blipFill>
          <a:blip r:embed="rId2"/>
          <a:stretch>
            <a:fillRect/>
          </a:stretch>
        </p:blipFill>
        <p:spPr>
          <a:xfrm>
            <a:off x="3316155" y="4263160"/>
            <a:ext cx="5632729" cy="1277584"/>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16776949-33AC-0FA3-E1B7-BD5B61C12DF9}"/>
              </a:ext>
            </a:extLst>
          </p:cNvPr>
          <p:cNvSpPr>
            <a:spLocks noGrp="1"/>
          </p:cNvSpPr>
          <p:nvPr>
            <p:ph type="title"/>
          </p:nvPr>
        </p:nvSpPr>
        <p:spPr>
          <a:xfrm>
            <a:off x="1175512" y="870132"/>
            <a:ext cx="9792208" cy="1527078"/>
          </a:xfrm>
        </p:spPr>
        <p:txBody>
          <a:bodyPr>
            <a:normAutofit/>
          </a:bodyPr>
          <a:lstStyle/>
          <a:p>
            <a:pPr algn="ctr"/>
            <a:r>
              <a:rPr lang="en-US" dirty="0"/>
              <a:t>Introduction</a:t>
            </a:r>
          </a:p>
        </p:txBody>
      </p:sp>
      <p:sp>
        <p:nvSpPr>
          <p:cNvPr id="3" name="Content Placeholder 2">
            <a:extLst>
              <a:ext uri="{FF2B5EF4-FFF2-40B4-BE49-F238E27FC236}">
                <a16:creationId xmlns:a16="http://schemas.microsoft.com/office/drawing/2014/main" id="{19D15D89-B75B-1734-F3CD-FFC312AB3FF7}"/>
              </a:ext>
            </a:extLst>
          </p:cNvPr>
          <p:cNvSpPr>
            <a:spLocks noGrp="1"/>
          </p:cNvSpPr>
          <p:nvPr>
            <p:ph idx="1"/>
          </p:nvPr>
        </p:nvSpPr>
        <p:spPr>
          <a:xfrm>
            <a:off x="1175512" y="2557849"/>
            <a:ext cx="9792208" cy="3407862"/>
          </a:xfrm>
        </p:spPr>
        <p:txBody>
          <a:bodyPr vert="horz" lIns="91440" tIns="45720" rIns="91440" bIns="45720" rtlCol="0" anchor="t">
            <a:normAutofit fontScale="92500" lnSpcReduction="10000"/>
          </a:bodyPr>
          <a:lstStyle/>
          <a:p>
            <a:pPr marL="0" indent="0" algn="ctr">
              <a:buNone/>
            </a:pPr>
            <a:r>
              <a:rPr lang="en-US" sz="2400" dirty="0">
                <a:ea typeface="+mn-lt"/>
                <a:cs typeface="+mn-lt"/>
              </a:rPr>
              <a:t>The aim of the BSc Project is to give students </a:t>
            </a:r>
            <a:r>
              <a:rPr lang="en-US" sz="2400" b="1" dirty="0">
                <a:ea typeface="+mn-lt"/>
                <a:cs typeface="+mn-lt"/>
              </a:rPr>
              <a:t>training in undertaking a major research-type project</a:t>
            </a:r>
            <a:r>
              <a:rPr lang="en-US" sz="2400" dirty="0">
                <a:ea typeface="+mn-lt"/>
                <a:cs typeface="+mn-lt"/>
              </a:rPr>
              <a:t> which can be in any area of physics, either theoretical or experimental. The project should be completed in the first semester. </a:t>
            </a:r>
            <a:r>
              <a:rPr lang="en-US" sz="2400" b="1" dirty="0">
                <a:ea typeface="+mn-lt"/>
                <a:cs typeface="+mn-lt"/>
              </a:rPr>
              <a:t>Students might work individually or as a group</a:t>
            </a:r>
            <a:r>
              <a:rPr lang="en-US" sz="2400" dirty="0">
                <a:ea typeface="+mn-lt"/>
                <a:cs typeface="+mn-lt"/>
              </a:rPr>
              <a:t>, with the guidance of a member of staff. By undertaking a project students should develop skills, which are necessary for experimental or theoretical research (such as initiative, decision making, determining priorities, searching and learning relevant material from literature, ability to collaborate and to report results)</a:t>
            </a:r>
            <a:endParaRPr lang="en-US" sz="2400" dirty="0"/>
          </a:p>
          <a:p>
            <a:pPr marL="0" indent="0" algn="just">
              <a:buClr>
                <a:srgbClr val="262626"/>
              </a:buClr>
              <a:buNone/>
            </a:pPr>
            <a:br>
              <a:rPr lang="en-US" dirty="0"/>
            </a:br>
            <a:endParaRPr lang="en-US" sz="2400" dirty="0"/>
          </a:p>
          <a:p>
            <a:pPr>
              <a:buClr>
                <a:srgbClr val="262626"/>
              </a:buClr>
            </a:pPr>
            <a:endParaRPr lang="en-US" sz="2400" dirty="0"/>
          </a:p>
        </p:txBody>
      </p:sp>
    </p:spTree>
    <p:extLst>
      <p:ext uri="{BB962C8B-B14F-4D97-AF65-F5344CB8AC3E}">
        <p14:creationId xmlns:p14="http://schemas.microsoft.com/office/powerpoint/2010/main" val="2192643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8" name="Rectangle 37">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DA3EEFD5-2D7C-75FC-553D-2579F54B4F00}"/>
              </a:ext>
            </a:extLst>
          </p:cNvPr>
          <p:cNvSpPr>
            <a:spLocks noGrp="1"/>
          </p:cNvSpPr>
          <p:nvPr>
            <p:ph type="title"/>
          </p:nvPr>
        </p:nvSpPr>
        <p:spPr>
          <a:xfrm>
            <a:off x="1175512" y="387374"/>
            <a:ext cx="9792208" cy="1527078"/>
          </a:xfrm>
        </p:spPr>
        <p:txBody>
          <a:bodyPr>
            <a:normAutofit/>
          </a:bodyPr>
          <a:lstStyle/>
          <a:p>
            <a:pPr algn="ctr"/>
            <a:r>
              <a:rPr lang="en-US">
                <a:ea typeface="+mj-lt"/>
                <a:cs typeface="+mj-lt"/>
              </a:rPr>
              <a:t>Aims and learning outcomes</a:t>
            </a:r>
            <a:endParaRPr lang="en-US"/>
          </a:p>
        </p:txBody>
      </p:sp>
      <p:sp>
        <p:nvSpPr>
          <p:cNvPr id="39" name="Content Placeholder 2">
            <a:extLst>
              <a:ext uri="{FF2B5EF4-FFF2-40B4-BE49-F238E27FC236}">
                <a16:creationId xmlns:a16="http://schemas.microsoft.com/office/drawing/2014/main" id="{34DEAD0D-F78C-2334-9199-07F2BAFDB94B}"/>
              </a:ext>
            </a:extLst>
          </p:cNvPr>
          <p:cNvSpPr>
            <a:spLocks noGrp="1"/>
          </p:cNvSpPr>
          <p:nvPr>
            <p:ph idx="1"/>
          </p:nvPr>
        </p:nvSpPr>
        <p:spPr>
          <a:xfrm>
            <a:off x="574432" y="2004098"/>
            <a:ext cx="11396666" cy="4316581"/>
          </a:xfrm>
        </p:spPr>
        <p:txBody>
          <a:bodyPr vert="horz" lIns="91440" tIns="45720" rIns="91440" bIns="45720" rtlCol="0" anchor="t">
            <a:noAutofit/>
          </a:bodyPr>
          <a:lstStyle/>
          <a:p>
            <a:r>
              <a:rPr lang="en-US" sz="2400" dirty="0">
                <a:ea typeface="+mn-lt"/>
                <a:cs typeface="+mn-lt"/>
              </a:rPr>
              <a:t>To able to present your work in a written report in the style of a research thesis, </a:t>
            </a:r>
            <a:endParaRPr lang="en-US" sz="2400"/>
          </a:p>
          <a:p>
            <a:pPr>
              <a:buClr>
                <a:srgbClr val="262626"/>
              </a:buClr>
            </a:pPr>
            <a:r>
              <a:rPr lang="en-US" sz="2400" dirty="0">
                <a:ea typeface="+mn-lt"/>
                <a:cs typeface="+mn-lt"/>
              </a:rPr>
              <a:t>To be able to give a short account of their work intelligible to the general reader, </a:t>
            </a:r>
            <a:endParaRPr lang="en-US" sz="2400"/>
          </a:p>
          <a:p>
            <a:pPr>
              <a:buClr>
                <a:srgbClr val="262626"/>
              </a:buClr>
            </a:pPr>
            <a:r>
              <a:rPr lang="en-US" sz="2400" dirty="0">
                <a:ea typeface="+mn-lt"/>
                <a:cs typeface="+mn-lt"/>
              </a:rPr>
              <a:t>To be able to use the appropriate scientific literature databases for the field of their project (ISI Web of Science, Scopus, HEP-SPIRES or NASA ADSABS) </a:t>
            </a:r>
            <a:endParaRPr lang="en-US" sz="2400"/>
          </a:p>
          <a:p>
            <a:pPr>
              <a:buClr>
                <a:srgbClr val="262626"/>
              </a:buClr>
            </a:pPr>
            <a:r>
              <a:rPr lang="en-US" sz="2400" dirty="0">
                <a:ea typeface="+mn-lt"/>
                <a:cs typeface="+mn-lt"/>
              </a:rPr>
              <a:t>To have further developed your general skills such as planning, observation, record keeping,   processing and interpreting results, as well as working on open-ended problems</a:t>
            </a:r>
            <a:endParaRPr lang="en-US" sz="2400"/>
          </a:p>
          <a:p>
            <a:pPr>
              <a:buClr>
                <a:srgbClr val="262626"/>
              </a:buClr>
            </a:pPr>
            <a:r>
              <a:rPr lang="en-US" sz="2400" dirty="0">
                <a:ea typeface="+mn-lt"/>
                <a:cs typeface="+mn-lt"/>
              </a:rPr>
              <a:t>To have learned the benefits of good time management or conversely the folly of leaving everything to the last minute, </a:t>
            </a:r>
            <a:endParaRPr lang="en-US" sz="2400"/>
          </a:p>
          <a:p>
            <a:pPr>
              <a:buClr>
                <a:srgbClr val="262626"/>
              </a:buClr>
            </a:pPr>
            <a:r>
              <a:rPr lang="en-US" sz="2400" dirty="0">
                <a:ea typeface="+mn-lt"/>
                <a:cs typeface="+mn-lt"/>
              </a:rPr>
              <a:t>To have experienced some of the challenges and frustrations of scientific research. </a:t>
            </a:r>
            <a:endParaRPr lang="en-US" sz="2400" dirty="0"/>
          </a:p>
        </p:txBody>
      </p:sp>
    </p:spTree>
    <p:extLst>
      <p:ext uri="{BB962C8B-B14F-4D97-AF65-F5344CB8AC3E}">
        <p14:creationId xmlns:p14="http://schemas.microsoft.com/office/powerpoint/2010/main" val="3390820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BF05A2C9-E5E3-5FF6-6440-AF308CAB7804}"/>
              </a:ext>
            </a:extLst>
          </p:cNvPr>
          <p:cNvSpPr>
            <a:spLocks noGrp="1"/>
          </p:cNvSpPr>
          <p:nvPr>
            <p:ph type="title"/>
          </p:nvPr>
        </p:nvSpPr>
        <p:spPr>
          <a:xfrm>
            <a:off x="1175512" y="870132"/>
            <a:ext cx="9792208" cy="1527078"/>
          </a:xfrm>
        </p:spPr>
        <p:txBody>
          <a:bodyPr>
            <a:normAutofit/>
          </a:bodyPr>
          <a:lstStyle/>
          <a:p>
            <a:r>
              <a:rPr lang="en-US"/>
              <a:t>As a student...</a:t>
            </a:r>
          </a:p>
        </p:txBody>
      </p:sp>
      <p:sp>
        <p:nvSpPr>
          <p:cNvPr id="3" name="Content Placeholder 2">
            <a:extLst>
              <a:ext uri="{FF2B5EF4-FFF2-40B4-BE49-F238E27FC236}">
                <a16:creationId xmlns:a16="http://schemas.microsoft.com/office/drawing/2014/main" id="{810F3CF6-CC71-E3E4-78AF-0BF72867DFE0}"/>
              </a:ext>
            </a:extLst>
          </p:cNvPr>
          <p:cNvSpPr>
            <a:spLocks noGrp="1"/>
          </p:cNvSpPr>
          <p:nvPr>
            <p:ph idx="1"/>
          </p:nvPr>
        </p:nvSpPr>
        <p:spPr>
          <a:xfrm>
            <a:off x="1175512" y="2557849"/>
            <a:ext cx="9792208" cy="3407862"/>
          </a:xfrm>
        </p:spPr>
        <p:txBody>
          <a:bodyPr vert="horz" lIns="91440" tIns="45720" rIns="91440" bIns="45720" rtlCol="0" anchor="t">
            <a:normAutofit/>
          </a:bodyPr>
          <a:lstStyle/>
          <a:p>
            <a:r>
              <a:rPr lang="en-US" dirty="0">
                <a:ea typeface="+mn-lt"/>
                <a:cs typeface="+mn-lt"/>
              </a:rPr>
              <a:t>You should have a clear understanding from their supervisor of what you are expected to achieve in the project. In case that the project did not start properly or the aims of the project are not clear, it is your responsibility discuss this with your supervisor (</a:t>
            </a:r>
            <a:r>
              <a:rPr lang="en-US" b="1" dirty="0">
                <a:ea typeface="+mn-lt"/>
                <a:cs typeface="+mn-lt"/>
              </a:rPr>
              <a:t>communication is essential!</a:t>
            </a:r>
            <a:r>
              <a:rPr lang="en-US" dirty="0">
                <a:ea typeface="+mn-lt"/>
                <a:cs typeface="+mn-lt"/>
              </a:rPr>
              <a:t>) . In case that the problem remains, you should contact the </a:t>
            </a:r>
            <a:r>
              <a:rPr lang="en-US" dirty="0" err="1">
                <a:ea typeface="+mn-lt"/>
                <a:cs typeface="+mn-lt"/>
              </a:rPr>
              <a:t>co-ordinator</a:t>
            </a:r>
            <a:r>
              <a:rPr lang="en-US" dirty="0">
                <a:ea typeface="+mn-lt"/>
                <a:cs typeface="+mn-lt"/>
              </a:rPr>
              <a:t> of the course (aka: me. </a:t>
            </a:r>
            <a:r>
              <a:rPr lang="en-US" dirty="0">
                <a:ea typeface="+mn-lt"/>
                <a:cs typeface="+mn-lt"/>
                <a:hlinkClick r:id="rId2"/>
              </a:rPr>
              <a:t>d.altamirano@soton.ac.uk</a:t>
            </a:r>
            <a:r>
              <a:rPr lang="en-US" dirty="0">
                <a:ea typeface="+mn-lt"/>
                <a:cs typeface="+mn-lt"/>
              </a:rPr>
              <a:t>)</a:t>
            </a:r>
            <a:endParaRPr lang="en-US" dirty="0"/>
          </a:p>
          <a:p>
            <a:pPr>
              <a:buClr>
                <a:srgbClr val="262626"/>
              </a:buClr>
            </a:pPr>
            <a:endParaRPr lang="en-US" dirty="0"/>
          </a:p>
          <a:p>
            <a:pPr>
              <a:buClr>
                <a:srgbClr val="262626"/>
              </a:buClr>
            </a:pPr>
            <a:r>
              <a:rPr lang="en-US" dirty="0">
                <a:ea typeface="+mn-lt"/>
                <a:cs typeface="+mn-lt"/>
              </a:rPr>
              <a:t>You will be assessed independently from your potential project partners. Copying your partner's final report is absolutely prohibited. </a:t>
            </a:r>
            <a:r>
              <a:rPr lang="en-US" b="1" dirty="0">
                <a:ea typeface="+mn-lt"/>
                <a:cs typeface="+mn-lt"/>
              </a:rPr>
              <a:t>The report must state clearly what you have done and what others have done!</a:t>
            </a:r>
            <a:endParaRPr lang="en-US" b="1" dirty="0"/>
          </a:p>
          <a:p>
            <a:pPr>
              <a:buClr>
                <a:srgbClr val="262626"/>
              </a:buClr>
            </a:pPr>
            <a:endParaRPr lang="en-US" dirty="0"/>
          </a:p>
        </p:txBody>
      </p:sp>
    </p:spTree>
    <p:extLst>
      <p:ext uri="{BB962C8B-B14F-4D97-AF65-F5344CB8AC3E}">
        <p14:creationId xmlns:p14="http://schemas.microsoft.com/office/powerpoint/2010/main" val="118044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ED8D56A7-5FFD-CD64-BB47-558937B0DF6D}"/>
              </a:ext>
            </a:extLst>
          </p:cNvPr>
          <p:cNvSpPr>
            <a:spLocks noGrp="1"/>
          </p:cNvSpPr>
          <p:nvPr>
            <p:ph type="title"/>
          </p:nvPr>
        </p:nvSpPr>
        <p:spPr>
          <a:xfrm>
            <a:off x="1175512" y="870132"/>
            <a:ext cx="9792208" cy="1527078"/>
          </a:xfrm>
        </p:spPr>
        <p:txBody>
          <a:bodyPr>
            <a:normAutofit/>
          </a:bodyPr>
          <a:lstStyle/>
          <a:p>
            <a:r>
              <a:rPr lang="en-US"/>
              <a:t>Starting the project…</a:t>
            </a:r>
            <a:endParaRPr lang="en-US">
              <a:solidFill>
                <a:srgbClr val="000000"/>
              </a:solidFill>
            </a:endParaRPr>
          </a:p>
        </p:txBody>
      </p:sp>
      <p:sp>
        <p:nvSpPr>
          <p:cNvPr id="3" name="Content Placeholder 2">
            <a:extLst>
              <a:ext uri="{FF2B5EF4-FFF2-40B4-BE49-F238E27FC236}">
                <a16:creationId xmlns:a16="http://schemas.microsoft.com/office/drawing/2014/main" id="{32AC2AE8-E204-B0D3-368F-B89C37848CA4}"/>
              </a:ext>
            </a:extLst>
          </p:cNvPr>
          <p:cNvSpPr>
            <a:spLocks noGrp="1"/>
          </p:cNvSpPr>
          <p:nvPr>
            <p:ph idx="1"/>
          </p:nvPr>
        </p:nvSpPr>
        <p:spPr>
          <a:xfrm>
            <a:off x="1175512" y="2557849"/>
            <a:ext cx="9792208" cy="3810160"/>
          </a:xfrm>
        </p:spPr>
        <p:txBody>
          <a:bodyPr vert="horz" lIns="91440" tIns="45720" rIns="91440" bIns="45720" rtlCol="0" anchor="t">
            <a:normAutofit/>
          </a:bodyPr>
          <a:lstStyle/>
          <a:p>
            <a:r>
              <a:rPr lang="en-US" sz="2400" dirty="0"/>
              <a:t>Meet with the supervisor and discuss the project in detail. </a:t>
            </a:r>
          </a:p>
          <a:p>
            <a:pPr>
              <a:buClr>
                <a:srgbClr val="262626"/>
              </a:buClr>
            </a:pPr>
            <a:r>
              <a:rPr lang="en-US" sz="2400" dirty="0"/>
              <a:t>Arrange to get any additional training that your project may require. </a:t>
            </a:r>
          </a:p>
          <a:p>
            <a:pPr>
              <a:buClr>
                <a:srgbClr val="262626"/>
              </a:buClr>
            </a:pPr>
            <a:r>
              <a:rPr lang="en-US" sz="2400" dirty="0"/>
              <a:t>Get a library training and familiarize yourself with being able to search the literature (e.g. Web of Science). </a:t>
            </a:r>
          </a:p>
          <a:p>
            <a:pPr>
              <a:buClr>
                <a:srgbClr val="262626"/>
              </a:buClr>
            </a:pPr>
            <a:r>
              <a:rPr lang="en-US" sz="2400" dirty="0"/>
              <a:t> Plan your time that will spend in the project (at least 10 hours per week). </a:t>
            </a:r>
          </a:p>
          <a:p>
            <a:pPr>
              <a:buClr>
                <a:srgbClr val="262626"/>
              </a:buClr>
            </a:pPr>
            <a:r>
              <a:rPr lang="en-US" sz="2400" dirty="0"/>
              <a:t>According to the nature of your project, arrange regular meetings with the supervisor</a:t>
            </a:r>
          </a:p>
          <a:p>
            <a:pPr marL="0" indent="0" algn="ctr">
              <a:buClr>
                <a:srgbClr val="262626"/>
              </a:buClr>
              <a:buNone/>
            </a:pPr>
            <a:r>
              <a:rPr lang="en-US" sz="2400" b="1" dirty="0"/>
              <a:t>You should be having at least one meeting a week w/ your supervisor!</a:t>
            </a:r>
          </a:p>
        </p:txBody>
      </p:sp>
    </p:spTree>
    <p:extLst>
      <p:ext uri="{BB962C8B-B14F-4D97-AF65-F5344CB8AC3E}">
        <p14:creationId xmlns:p14="http://schemas.microsoft.com/office/powerpoint/2010/main" val="584780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6D4487B4-E1ED-24BF-6E00-7870AD5E5813}"/>
              </a:ext>
            </a:extLst>
          </p:cNvPr>
          <p:cNvSpPr>
            <a:spLocks noGrp="1"/>
          </p:cNvSpPr>
          <p:nvPr>
            <p:ph type="title"/>
          </p:nvPr>
        </p:nvSpPr>
        <p:spPr>
          <a:xfrm>
            <a:off x="1175512" y="870132"/>
            <a:ext cx="9792208" cy="1527078"/>
          </a:xfrm>
        </p:spPr>
        <p:txBody>
          <a:bodyPr>
            <a:normAutofit/>
          </a:bodyPr>
          <a:lstStyle/>
          <a:p>
            <a:r>
              <a:rPr lang="en-US">
                <a:ea typeface="+mj-lt"/>
                <a:cs typeface="+mj-lt"/>
              </a:rPr>
              <a:t>Assessment Format of the project…</a:t>
            </a:r>
            <a:endParaRPr lang="en-US"/>
          </a:p>
        </p:txBody>
      </p:sp>
      <p:sp>
        <p:nvSpPr>
          <p:cNvPr id="3" name="Content Placeholder 2">
            <a:extLst>
              <a:ext uri="{FF2B5EF4-FFF2-40B4-BE49-F238E27FC236}">
                <a16:creationId xmlns:a16="http://schemas.microsoft.com/office/drawing/2014/main" id="{656FAC41-7E10-2E21-2186-FC90E206A686}"/>
              </a:ext>
            </a:extLst>
          </p:cNvPr>
          <p:cNvSpPr>
            <a:spLocks noGrp="1"/>
          </p:cNvSpPr>
          <p:nvPr>
            <p:ph idx="1"/>
          </p:nvPr>
        </p:nvSpPr>
        <p:spPr>
          <a:xfrm>
            <a:off x="1175512" y="2557849"/>
            <a:ext cx="9792208" cy="3407862"/>
          </a:xfrm>
        </p:spPr>
        <p:txBody>
          <a:bodyPr vert="horz" lIns="91440" tIns="45720" rIns="91440" bIns="45720" rtlCol="0" anchor="t">
            <a:normAutofit/>
          </a:bodyPr>
          <a:lstStyle/>
          <a:p>
            <a:r>
              <a:rPr lang="en-US" sz="2800" b="1" dirty="0">
                <a:ea typeface="+mn-lt"/>
                <a:cs typeface="+mn-lt"/>
              </a:rPr>
              <a:t>Supervisor 30%</a:t>
            </a:r>
            <a:r>
              <a:rPr lang="en-US" sz="2800" dirty="0">
                <a:ea typeface="+mn-lt"/>
                <a:cs typeface="+mn-lt"/>
              </a:rPr>
              <a:t>= Student performance (30 %). </a:t>
            </a:r>
          </a:p>
          <a:p>
            <a:pPr>
              <a:buClr>
                <a:srgbClr val="262626"/>
              </a:buClr>
            </a:pPr>
            <a:r>
              <a:rPr lang="en-US" sz="2800" dirty="0">
                <a:ea typeface="+mn-lt"/>
                <a:cs typeface="+mn-lt"/>
              </a:rPr>
              <a:t>The examiners will evaluate only your final report, Project summary report, and your viva: </a:t>
            </a:r>
          </a:p>
          <a:p>
            <a:pPr lvl="1">
              <a:buClr>
                <a:srgbClr val="262626"/>
              </a:buClr>
              <a:buFont typeface="Courier New" pitchFamily="18" charset="0"/>
              <a:buChar char="o"/>
            </a:pPr>
            <a:r>
              <a:rPr lang="en-US" sz="2400" b="1" dirty="0">
                <a:ea typeface="+mn-lt"/>
                <a:cs typeface="+mn-lt"/>
              </a:rPr>
              <a:t>Examiner 1:</a:t>
            </a:r>
            <a:r>
              <a:rPr lang="en-US" sz="2400" dirty="0">
                <a:ea typeface="+mn-lt"/>
                <a:cs typeface="+mn-lt"/>
              </a:rPr>
              <a:t> 35% = Project summary report (5%), Final report (20%), viva (10%) </a:t>
            </a:r>
          </a:p>
          <a:p>
            <a:pPr lvl="1">
              <a:buClr>
                <a:srgbClr val="262626"/>
              </a:buClr>
              <a:buFont typeface="Courier New" pitchFamily="18" charset="0"/>
              <a:buChar char="o"/>
            </a:pPr>
            <a:r>
              <a:rPr lang="en-US" sz="2400" b="1" dirty="0">
                <a:ea typeface="+mn-lt"/>
                <a:cs typeface="+mn-lt"/>
              </a:rPr>
              <a:t>Examiner 2:</a:t>
            </a:r>
            <a:r>
              <a:rPr lang="en-US" sz="2400" dirty="0">
                <a:ea typeface="+mn-lt"/>
                <a:cs typeface="+mn-lt"/>
              </a:rPr>
              <a:t> 35%= Project summary report (5%), Final report (20%), viva (10%)</a:t>
            </a:r>
            <a:endParaRPr lang="en-US" sz="1800"/>
          </a:p>
        </p:txBody>
      </p:sp>
    </p:spTree>
    <p:extLst>
      <p:ext uri="{BB962C8B-B14F-4D97-AF65-F5344CB8AC3E}">
        <p14:creationId xmlns:p14="http://schemas.microsoft.com/office/powerpoint/2010/main" val="4051838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35B3BE63-6148-3EDD-6E43-8E2B11E72D87}"/>
              </a:ext>
            </a:extLst>
          </p:cNvPr>
          <p:cNvSpPr>
            <a:spLocks noGrp="1"/>
          </p:cNvSpPr>
          <p:nvPr>
            <p:ph type="title"/>
          </p:nvPr>
        </p:nvSpPr>
        <p:spPr>
          <a:xfrm>
            <a:off x="1199177" y="396840"/>
            <a:ext cx="9792208" cy="1527078"/>
          </a:xfrm>
        </p:spPr>
        <p:txBody>
          <a:bodyPr>
            <a:normAutofit/>
          </a:bodyPr>
          <a:lstStyle/>
          <a:p>
            <a:pPr algn="ctr"/>
            <a:r>
              <a:rPr lang="en-US"/>
              <a:t>Format of the reports?</a:t>
            </a:r>
          </a:p>
        </p:txBody>
      </p:sp>
      <p:sp>
        <p:nvSpPr>
          <p:cNvPr id="3" name="Content Placeholder 2">
            <a:extLst>
              <a:ext uri="{FF2B5EF4-FFF2-40B4-BE49-F238E27FC236}">
                <a16:creationId xmlns:a16="http://schemas.microsoft.com/office/drawing/2014/main" id="{020662DE-3D0F-17F5-BF88-EF9CBDB3F456}"/>
              </a:ext>
            </a:extLst>
          </p:cNvPr>
          <p:cNvSpPr>
            <a:spLocks noGrp="1"/>
          </p:cNvSpPr>
          <p:nvPr>
            <p:ph idx="1"/>
          </p:nvPr>
        </p:nvSpPr>
        <p:spPr>
          <a:xfrm>
            <a:off x="858407" y="2146086"/>
            <a:ext cx="10109313" cy="3819625"/>
          </a:xfrm>
        </p:spPr>
        <p:txBody>
          <a:bodyPr vert="horz" lIns="91440" tIns="45720" rIns="91440" bIns="45720" rtlCol="0" anchor="t">
            <a:noAutofit/>
          </a:bodyPr>
          <a:lstStyle/>
          <a:p>
            <a:r>
              <a:rPr lang="en-US" sz="2400" dirty="0"/>
              <a:t>We will be using overleaf (more regarding this in a couple of weeks)</a:t>
            </a:r>
          </a:p>
          <a:p>
            <a:pPr>
              <a:buClr>
                <a:srgbClr val="262626"/>
              </a:buClr>
            </a:pPr>
            <a:r>
              <a:rPr lang="en-US" sz="2400" dirty="0">
                <a:ea typeface="+mn-lt"/>
                <a:cs typeface="+mn-lt"/>
              </a:rPr>
              <a:t>Final report: Should be up to 5000 words and should include the following parts an introduction, experimental, results and discussion, conclusion and references.</a:t>
            </a:r>
          </a:p>
          <a:p>
            <a:pPr>
              <a:buClr>
                <a:srgbClr val="262626"/>
              </a:buClr>
            </a:pPr>
            <a:r>
              <a:rPr lang="en-US" sz="2400" dirty="0">
                <a:ea typeface="+mn-lt"/>
                <a:cs typeface="+mn-lt"/>
              </a:rPr>
              <a:t>Project Summary Report: Should be relatively short (more soon on the constraints) and should describe the project in a way that can be publicized to a general audience. It is very important that you make every effort to ensure that your lay report is understandable to someone who is not an expert in your field.</a:t>
            </a:r>
          </a:p>
          <a:p>
            <a:pPr>
              <a:buClr>
                <a:srgbClr val="262626"/>
              </a:buClr>
            </a:pPr>
            <a:r>
              <a:rPr lang="en-US" sz="2400" dirty="0">
                <a:ea typeface="+mn-lt"/>
                <a:cs typeface="+mn-lt"/>
              </a:rPr>
              <a:t>-Academic Integrity: </a:t>
            </a:r>
            <a:r>
              <a:rPr lang="en-US" sz="2400" dirty="0">
                <a:ea typeface="+mn-lt"/>
                <a:cs typeface="+mn-lt"/>
                <a:hlinkClick r:id="rId2"/>
              </a:rPr>
              <a:t>https://library.soton.ac.uk/sash/what-is-academic-integrity</a:t>
            </a:r>
            <a:r>
              <a:rPr lang="en-US" sz="2400" dirty="0">
                <a:ea typeface="+mn-lt"/>
                <a:cs typeface="+mn-lt"/>
              </a:rPr>
              <a:t> </a:t>
            </a:r>
          </a:p>
          <a:p>
            <a:pPr>
              <a:buClr>
                <a:srgbClr val="262626"/>
              </a:buClr>
            </a:pPr>
            <a:r>
              <a:rPr lang="en-US" sz="2400" dirty="0"/>
              <a:t>Do not use ChatGPT or other LLM!</a:t>
            </a:r>
          </a:p>
        </p:txBody>
      </p:sp>
    </p:spTree>
    <p:extLst>
      <p:ext uri="{BB962C8B-B14F-4D97-AF65-F5344CB8AC3E}">
        <p14:creationId xmlns:p14="http://schemas.microsoft.com/office/powerpoint/2010/main" val="3068105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1B2B9278-33C2-AB1D-7C2A-2632EC0FD83B}"/>
              </a:ext>
            </a:extLst>
          </p:cNvPr>
          <p:cNvSpPr>
            <a:spLocks noGrp="1"/>
          </p:cNvSpPr>
          <p:nvPr>
            <p:ph type="title"/>
          </p:nvPr>
        </p:nvSpPr>
        <p:spPr>
          <a:xfrm>
            <a:off x="1175512" y="870132"/>
            <a:ext cx="9792208" cy="1527078"/>
          </a:xfrm>
        </p:spPr>
        <p:txBody>
          <a:bodyPr>
            <a:normAutofit/>
          </a:bodyPr>
          <a:lstStyle/>
          <a:p>
            <a:pPr algn="ctr"/>
            <a:r>
              <a:rPr lang="en-US"/>
              <a:t>Timeline and Deadlines?</a:t>
            </a:r>
          </a:p>
        </p:txBody>
      </p:sp>
      <p:sp>
        <p:nvSpPr>
          <p:cNvPr id="4" name="TextBox 3">
            <a:extLst>
              <a:ext uri="{FF2B5EF4-FFF2-40B4-BE49-F238E27FC236}">
                <a16:creationId xmlns:a16="http://schemas.microsoft.com/office/drawing/2014/main" id="{12005E9E-A7B9-066B-A28B-62F0D62DAEC4}"/>
              </a:ext>
            </a:extLst>
          </p:cNvPr>
          <p:cNvSpPr txBox="1"/>
          <p:nvPr/>
        </p:nvSpPr>
        <p:spPr>
          <a:xfrm>
            <a:off x="4694604" y="5063462"/>
            <a:ext cx="281688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Final &amp; Lay report due</a:t>
            </a:r>
          </a:p>
          <a:p>
            <a:r>
              <a:rPr lang="en-US" sz="2000" dirty="0"/>
              <a:t> January 5th, 2026 (TBC)    </a:t>
            </a:r>
          </a:p>
        </p:txBody>
      </p:sp>
      <p:sp>
        <p:nvSpPr>
          <p:cNvPr id="5" name="Arrow: Right 4">
            <a:extLst>
              <a:ext uri="{FF2B5EF4-FFF2-40B4-BE49-F238E27FC236}">
                <a16:creationId xmlns:a16="http://schemas.microsoft.com/office/drawing/2014/main" id="{6E5F96ED-FD4C-9C4F-A7DC-CA661199A404}"/>
              </a:ext>
            </a:extLst>
          </p:cNvPr>
          <p:cNvSpPr/>
          <p:nvPr/>
        </p:nvSpPr>
        <p:spPr>
          <a:xfrm>
            <a:off x="1265564" y="4328939"/>
            <a:ext cx="9627751" cy="5559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C32E23-6FFB-B72C-08E9-D1F3E52ECB5A}"/>
              </a:ext>
            </a:extLst>
          </p:cNvPr>
          <p:cNvSpPr txBox="1"/>
          <p:nvPr/>
        </p:nvSpPr>
        <p:spPr>
          <a:xfrm>
            <a:off x="1061120" y="2940090"/>
            <a:ext cx="155997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Projects start week 1 (now)​</a:t>
            </a:r>
          </a:p>
        </p:txBody>
      </p:sp>
      <p:sp>
        <p:nvSpPr>
          <p:cNvPr id="7" name="TextBox 6">
            <a:extLst>
              <a:ext uri="{FF2B5EF4-FFF2-40B4-BE49-F238E27FC236}">
                <a16:creationId xmlns:a16="http://schemas.microsoft.com/office/drawing/2014/main" id="{A2BDDAE2-FDF1-0F73-FEB9-603742128897}"/>
              </a:ext>
            </a:extLst>
          </p:cNvPr>
          <p:cNvSpPr txBox="1"/>
          <p:nvPr/>
        </p:nvSpPr>
        <p:spPr>
          <a:xfrm>
            <a:off x="7938053" y="3219331"/>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Oral VIVAs, between 6th and 25th of January 2026 (TBC)</a:t>
            </a:r>
          </a:p>
        </p:txBody>
      </p:sp>
    </p:spTree>
    <p:extLst>
      <p:ext uri="{BB962C8B-B14F-4D97-AF65-F5344CB8AC3E}">
        <p14:creationId xmlns:p14="http://schemas.microsoft.com/office/powerpoint/2010/main" val="1136279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7">
            <a:extLst>
              <a:ext uri="{FF2B5EF4-FFF2-40B4-BE49-F238E27FC236}">
                <a16:creationId xmlns:a16="http://schemas.microsoft.com/office/drawing/2014/main" id="{1419E3D9-C5FB-41A9-B6D2-DFB210BB6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39" name="Rectangle 38">
            <a:extLst>
              <a:ext uri="{FF2B5EF4-FFF2-40B4-BE49-F238E27FC236}">
                <a16:creationId xmlns:a16="http://schemas.microsoft.com/office/drawing/2014/main" id="{367909BF-1DF7-4ACE-8F58-6CF719BB2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40" name="Rectangle 39">
            <a:extLst>
              <a:ext uri="{FF2B5EF4-FFF2-40B4-BE49-F238E27FC236}">
                <a16:creationId xmlns:a16="http://schemas.microsoft.com/office/drawing/2014/main" id="{89E8BEDB-0BBC-4F21-9CFB-8530D664C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1" name="Group 40">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51D6D676-6F2F-4446-9935-2D8D038214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9BAEA2B-9C25-4B43-8C9A-A9D0C3E9B15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1FC5F3A-7F1A-4EE8-A913-C8E96ACC3C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42" name="Rectangle 41">
            <a:extLst>
              <a:ext uri="{FF2B5EF4-FFF2-40B4-BE49-F238E27FC236}">
                <a16:creationId xmlns:a16="http://schemas.microsoft.com/office/drawing/2014/main" id="{420551B3-B4DA-48EE-988C-4FAEAEB5C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descr="Yellow question mark">
            <a:extLst>
              <a:ext uri="{FF2B5EF4-FFF2-40B4-BE49-F238E27FC236}">
                <a16:creationId xmlns:a16="http://schemas.microsoft.com/office/drawing/2014/main" id="{34143045-2BB2-9F71-C20C-C1AAA085B300}"/>
              </a:ext>
            </a:extLst>
          </p:cNvPr>
          <p:cNvPicPr>
            <a:picLocks noChangeAspect="1"/>
          </p:cNvPicPr>
          <p:nvPr/>
        </p:nvPicPr>
        <p:blipFill>
          <a:blip r:embed="rId2"/>
          <a:srcRect r="-2" b="6263"/>
          <a:stretch>
            <a:fillRect/>
          </a:stretch>
        </p:blipFill>
        <p:spPr>
          <a:xfrm>
            <a:off x="20" y="-22"/>
            <a:ext cx="12191977" cy="6858022"/>
          </a:xfrm>
          <a:prstGeom prst="rect">
            <a:avLst/>
          </a:prstGeom>
        </p:spPr>
      </p:pic>
      <p:sp>
        <p:nvSpPr>
          <p:cNvPr id="44" name="Rectangle 43">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chemeClr val="tx1">
                  <a:alpha val="24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620276-AC66-1269-C6D3-D6B870E8C3DD}"/>
              </a:ext>
            </a:extLst>
          </p:cNvPr>
          <p:cNvSpPr>
            <a:spLocks noGrp="1"/>
          </p:cNvSpPr>
          <p:nvPr>
            <p:ph type="title"/>
          </p:nvPr>
        </p:nvSpPr>
        <p:spPr>
          <a:xfrm>
            <a:off x="643466" y="643467"/>
            <a:ext cx="5452529" cy="3569242"/>
          </a:xfrm>
        </p:spPr>
        <p:txBody>
          <a:bodyPr vert="horz" lIns="91440" tIns="45720" rIns="91440" bIns="45720" rtlCol="0" anchor="t">
            <a:normAutofit/>
          </a:bodyPr>
          <a:lstStyle/>
          <a:p>
            <a:pPr>
              <a:lnSpc>
                <a:spcPct val="83000"/>
              </a:lnSpc>
            </a:pPr>
            <a:r>
              <a:rPr lang="en-US" sz="6000" cap="all" spc="-100">
                <a:solidFill>
                  <a:schemeClr val="bg1"/>
                </a:solidFill>
              </a:rPr>
              <a:t>Questions?</a:t>
            </a:r>
          </a:p>
        </p:txBody>
      </p:sp>
      <p:sp>
        <p:nvSpPr>
          <p:cNvPr id="45" name="Rectangle 44">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731935" y="1397930"/>
            <a:ext cx="6858003" cy="4062128"/>
          </a:xfrm>
          <a:prstGeom prst="rect">
            <a:avLst/>
          </a:prstGeom>
          <a:gradFill flip="none" rotWithShape="1">
            <a:gsLst>
              <a:gs pos="48000">
                <a:schemeClr val="tx1">
                  <a:alpha val="24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5084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SavonVTI</vt:lpstr>
      <vt:lpstr>BSc Projects  - General Guidelines</vt:lpstr>
      <vt:lpstr>Introduction</vt:lpstr>
      <vt:lpstr>Aims and learning outcomes</vt:lpstr>
      <vt:lpstr>As a student...</vt:lpstr>
      <vt:lpstr>Starting the project…</vt:lpstr>
      <vt:lpstr>Assessment Format of the project…</vt:lpstr>
      <vt:lpstr>Format of the reports?</vt:lpstr>
      <vt:lpstr>Timeline and Deadlines?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184</cp:revision>
  <dcterms:created xsi:type="dcterms:W3CDTF">2025-10-01T21:54:21Z</dcterms:created>
  <dcterms:modified xsi:type="dcterms:W3CDTF">2025-10-02T08:59:00Z</dcterms:modified>
</cp:coreProperties>
</file>